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1" r:id="rId2"/>
    <p:sldId id="2562" r:id="rId3"/>
    <p:sldId id="2580" r:id="rId4"/>
    <p:sldId id="2564" r:id="rId5"/>
    <p:sldId id="2565" r:id="rId6"/>
    <p:sldId id="2566" r:id="rId7"/>
    <p:sldId id="2568" r:id="rId8"/>
    <p:sldId id="2581" r:id="rId9"/>
    <p:sldId id="2569" r:id="rId10"/>
    <p:sldId id="2570" r:id="rId11"/>
    <p:sldId id="2573" r:id="rId12"/>
    <p:sldId id="2574" r:id="rId13"/>
    <p:sldId id="2576" r:id="rId14"/>
    <p:sldId id="257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eritas Bank Executive Presentation: Showcasing Excellence in Retail Banking" id="{46782503-C7C3-4F69-B336-B252EE4C6399}">
          <p14:sldIdLst>
            <p14:sldId id="2561"/>
            <p14:sldId id="2562"/>
            <p14:sldId id="2580"/>
          </p14:sldIdLst>
        </p14:section>
        <p14:section name="Introducing Veritas Bank: Vision, Mission and Brand Identity" id="{EAB30EE8-89AE-4627-830F-07CE99D03458}">
          <p14:sldIdLst>
            <p14:sldId id="2564"/>
            <p14:sldId id="2565"/>
            <p14:sldId id="2566"/>
          </p14:sldIdLst>
        </p14:section>
        <p14:section name="Retail Banking Services and Solutions" id="{9A080CF4-92F9-4EA0-A138-6DCA041E9674}">
          <p14:sldIdLst>
            <p14:sldId id="2568"/>
            <p14:sldId id="2581"/>
            <p14:sldId id="2569"/>
            <p14:sldId id="2570"/>
          </p14:sldIdLst>
        </p14:section>
        <p14:section name="Client Relationship Management and Experience" id="{81AD749A-63B6-4DA7-BCD4-4F66002F5552}">
          <p14:sldIdLst>
            <p14:sldId id="2573"/>
            <p14:sldId id="2574"/>
          </p14:sldIdLst>
        </p14:section>
        <p14:section name="Corporate Responsibility and Future Outlook" id="{24ABAB37-4509-4644-AF07-9D851D81AF01}">
          <p14:sldIdLst>
            <p14:sldId id="2576"/>
          </p14:sldIdLst>
        </p14:section>
        <p14:section name="Conclusion: Veritas Bank—Pioneering Excellence in Retail Banking" id="{BCF5FD3A-8E7E-4F6A-AFDD-0E0F799F53FD}">
          <p14:sldIdLst>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613886-160E-475C-AE7A-4C879B9503E4}" v="4954" dt="2026-02-20T19:39:20.2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0" d="100"/>
          <a:sy n="80" d="100"/>
        </p:scale>
        <p:origin x="82" y="28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kojie echiejile" userId="b1d5170caa77675f" providerId="LiveId" clId="{C429B3BE-7249-4727-916B-634883D14DD4}"/>
    <pc:docChg chg="undo custSel addSld delSld modSld delMainMaster modSection">
      <pc:chgData name="okojie echiejile" userId="b1d5170caa77675f" providerId="LiveId" clId="{C429B3BE-7249-4727-916B-634883D14DD4}" dt="2026-02-20T19:44:19.386" v="6180" actId="2696"/>
      <pc:docMkLst>
        <pc:docMk/>
      </pc:docMkLst>
      <pc:sldChg chg="add del">
        <pc:chgData name="okojie echiejile" userId="b1d5170caa77675f" providerId="LiveId" clId="{C429B3BE-7249-4727-916B-634883D14DD4}" dt="2026-02-20T18:50:46.133" v="5798"/>
        <pc:sldMkLst>
          <pc:docMk/>
          <pc:sldMk cId="0" sldId="257"/>
        </pc:sldMkLst>
      </pc:sldChg>
      <pc:sldChg chg="modSp add del mod">
        <pc:chgData name="okojie echiejile" userId="b1d5170caa77675f" providerId="LiveId" clId="{C429B3BE-7249-4727-916B-634883D14DD4}" dt="2026-02-20T19:16:49.139" v="6111" actId="2696"/>
        <pc:sldMkLst>
          <pc:docMk/>
          <pc:sldMk cId="0" sldId="258"/>
        </pc:sldMkLst>
        <pc:spChg chg="mod">
          <ac:chgData name="okojie echiejile" userId="b1d5170caa77675f" providerId="LiveId" clId="{C429B3BE-7249-4727-916B-634883D14DD4}" dt="2026-02-20T18:52:17.924" v="5808" actId="1076"/>
          <ac:spMkLst>
            <pc:docMk/>
            <pc:sldMk cId="0" sldId="258"/>
            <ac:spMk id="199" creationId="{00000000-0000-0000-0000-000000000000}"/>
          </ac:spMkLst>
        </pc:spChg>
        <pc:grpChg chg="mod">
          <ac:chgData name="okojie echiejile" userId="b1d5170caa77675f" providerId="LiveId" clId="{C429B3BE-7249-4727-916B-634883D14DD4}" dt="2026-02-20T18:52:07.584" v="5807" actId="1076"/>
          <ac:grpSpMkLst>
            <pc:docMk/>
            <pc:sldMk cId="0" sldId="258"/>
            <ac:grpSpMk id="96" creationId="{00000000-0000-0000-0000-000000000000}"/>
          </ac:grpSpMkLst>
        </pc:grpChg>
        <pc:graphicFrameChg chg="mod">
          <ac:chgData name="okojie echiejile" userId="b1d5170caa77675f" providerId="LiveId" clId="{C429B3BE-7249-4727-916B-634883D14DD4}" dt="2026-02-20T18:52:00.210" v="5806"/>
          <ac:graphicFrameMkLst>
            <pc:docMk/>
            <pc:sldMk cId="0" sldId="258"/>
            <ac:graphicFrameMk id="201" creationId="{00000000-0000-0000-0000-000000000000}"/>
          </ac:graphicFrameMkLst>
        </pc:graphicFrameChg>
      </pc:sldChg>
      <pc:sldChg chg="modSp mod">
        <pc:chgData name="okojie echiejile" userId="b1d5170caa77675f" providerId="LiveId" clId="{C429B3BE-7249-4727-916B-634883D14DD4}" dt="2026-02-20T19:39:20.270" v="6154" actId="6549"/>
        <pc:sldMkLst>
          <pc:docMk/>
          <pc:sldMk cId="2967100516" sldId="2561"/>
        </pc:sldMkLst>
        <pc:spChg chg="mod">
          <ac:chgData name="okojie echiejile" userId="b1d5170caa77675f" providerId="LiveId" clId="{C429B3BE-7249-4727-916B-634883D14DD4}" dt="2026-02-20T15:18:50.997" v="17" actId="20577"/>
          <ac:spMkLst>
            <pc:docMk/>
            <pc:sldMk cId="2967100516" sldId="2561"/>
            <ac:spMk id="2" creationId="{2C927F1B-5057-1FE9-F3C9-141023AE93D7}"/>
          </ac:spMkLst>
        </pc:spChg>
        <pc:spChg chg="mod">
          <ac:chgData name="okojie echiejile" userId="b1d5170caa77675f" providerId="LiveId" clId="{C429B3BE-7249-4727-916B-634883D14DD4}" dt="2026-02-20T19:39:20.270" v="6154" actId="6549"/>
          <ac:spMkLst>
            <pc:docMk/>
            <pc:sldMk cId="2967100516" sldId="2561"/>
            <ac:spMk id="3" creationId="{ECB2DDBF-0808-3D96-D224-E7967E0935B5}"/>
          </ac:spMkLst>
        </pc:spChg>
      </pc:sldChg>
      <pc:sldChg chg="addSp delSp modSp mod modAnim">
        <pc:chgData name="okojie echiejile" userId="b1d5170caa77675f" providerId="LiveId" clId="{C429B3BE-7249-4727-916B-634883D14DD4}" dt="2026-02-20T18:58:59.586" v="6081" actId="255"/>
        <pc:sldMkLst>
          <pc:docMk/>
          <pc:sldMk cId="2825706066" sldId="2562"/>
        </pc:sldMkLst>
        <pc:spChg chg="mod">
          <ac:chgData name="okojie echiejile" userId="b1d5170caa77675f" providerId="LiveId" clId="{C429B3BE-7249-4727-916B-634883D14DD4}" dt="2026-02-20T15:23:36.535" v="185" actId="207"/>
          <ac:spMkLst>
            <pc:docMk/>
            <pc:sldMk cId="2825706066" sldId="2562"/>
            <ac:spMk id="2" creationId="{154C7961-F56E-0D91-1943-BD396F70E689}"/>
          </ac:spMkLst>
        </pc:spChg>
        <pc:spChg chg="mod">
          <ac:chgData name="okojie echiejile" userId="b1d5170caa77675f" providerId="LiveId" clId="{C429B3BE-7249-4727-916B-634883D14DD4}" dt="2026-02-20T18:58:59.586" v="6081" actId="255"/>
          <ac:spMkLst>
            <pc:docMk/>
            <pc:sldMk cId="2825706066" sldId="2562"/>
            <ac:spMk id="3" creationId="{6B40E813-D218-18DE-6432-F74D9616A760}"/>
          </ac:spMkLst>
        </pc:spChg>
        <pc:spChg chg="del">
          <ac:chgData name="okojie echiejile" userId="b1d5170caa77675f" providerId="LiveId" clId="{C429B3BE-7249-4727-916B-634883D14DD4}" dt="2026-02-20T15:21:07.777" v="176" actId="478"/>
          <ac:spMkLst>
            <pc:docMk/>
            <pc:sldMk cId="2825706066" sldId="2562"/>
            <ac:spMk id="4" creationId="{06E48EA8-B38A-6B7C-E65F-F6DCDAA58F47}"/>
          </ac:spMkLst>
        </pc:spChg>
        <pc:spChg chg="del">
          <ac:chgData name="okojie echiejile" userId="b1d5170caa77675f" providerId="LiveId" clId="{C429B3BE-7249-4727-916B-634883D14DD4}" dt="2026-02-20T15:22:00.043" v="178" actId="478"/>
          <ac:spMkLst>
            <pc:docMk/>
            <pc:sldMk cId="2825706066" sldId="2562"/>
            <ac:spMk id="5" creationId="{5381A1B4-CFF3-91FC-80A9-ACC3295DF6A1}"/>
          </ac:spMkLst>
        </pc:spChg>
        <pc:spChg chg="del">
          <ac:chgData name="okojie echiejile" userId="b1d5170caa77675f" providerId="LiveId" clId="{C429B3BE-7249-4727-916B-634883D14DD4}" dt="2026-02-20T15:21:42.414" v="177" actId="478"/>
          <ac:spMkLst>
            <pc:docMk/>
            <pc:sldMk cId="2825706066" sldId="2562"/>
            <ac:spMk id="6" creationId="{68E0D1E0-50D0-18A8-BD2B-D7072D89A81F}"/>
          </ac:spMkLst>
        </pc:spChg>
        <pc:spChg chg="add del mod">
          <ac:chgData name="okojie echiejile" userId="b1d5170caa77675f" providerId="LiveId" clId="{C429B3BE-7249-4727-916B-634883D14DD4}" dt="2026-02-20T15:23:01.632" v="180" actId="931"/>
          <ac:spMkLst>
            <pc:docMk/>
            <pc:sldMk cId="2825706066" sldId="2562"/>
            <ac:spMk id="9" creationId="{665CB943-AE9D-766E-FE0E-3E588A07FA88}"/>
          </ac:spMkLst>
        </pc:spChg>
        <pc:picChg chg="del">
          <ac:chgData name="okojie echiejile" userId="b1d5170caa77675f" providerId="LiveId" clId="{C429B3BE-7249-4727-916B-634883D14DD4}" dt="2026-02-20T15:22:18.247" v="179" actId="478"/>
          <ac:picMkLst>
            <pc:docMk/>
            <pc:sldMk cId="2825706066" sldId="2562"/>
            <ac:picMk id="8" creationId="{2FBFE89E-6DF3-B8CA-732E-9D0C089926D6}"/>
          </ac:picMkLst>
        </pc:picChg>
        <pc:picChg chg="add mod ord">
          <ac:chgData name="okojie echiejile" userId="b1d5170caa77675f" providerId="LiveId" clId="{C429B3BE-7249-4727-916B-634883D14DD4}" dt="2026-02-20T15:23:09.483" v="184" actId="962"/>
          <ac:picMkLst>
            <pc:docMk/>
            <pc:sldMk cId="2825706066" sldId="2562"/>
            <ac:picMk id="11" creationId="{5921486B-F447-70FC-F306-B4BB02888A8B}"/>
          </ac:picMkLst>
        </pc:picChg>
      </pc:sldChg>
      <pc:sldChg chg="del">
        <pc:chgData name="okojie echiejile" userId="b1d5170caa77675f" providerId="LiveId" clId="{C429B3BE-7249-4727-916B-634883D14DD4}" dt="2026-02-20T15:28:55.478" v="213" actId="2696"/>
        <pc:sldMkLst>
          <pc:docMk/>
          <pc:sldMk cId="2727706483" sldId="2563"/>
        </pc:sldMkLst>
      </pc:sldChg>
      <pc:sldChg chg="addSp delSp modSp mod">
        <pc:chgData name="okojie echiejile" userId="b1d5170caa77675f" providerId="LiveId" clId="{C429B3BE-7249-4727-916B-634883D14DD4}" dt="2026-02-20T19:12:44.274" v="6110" actId="14100"/>
        <pc:sldMkLst>
          <pc:docMk/>
          <pc:sldMk cId="871298673" sldId="2564"/>
        </pc:sldMkLst>
        <pc:spChg chg="del mod">
          <ac:chgData name="okojie echiejile" userId="b1d5170caa77675f" providerId="LiveId" clId="{C429B3BE-7249-4727-916B-634883D14DD4}" dt="2026-02-20T18:54:31.720" v="5828" actId="478"/>
          <ac:spMkLst>
            <pc:docMk/>
            <pc:sldMk cId="871298673" sldId="2564"/>
            <ac:spMk id="2" creationId="{104A721D-E196-60BB-5947-40B8D1CE837D}"/>
          </ac:spMkLst>
        </pc:spChg>
        <pc:spChg chg="mod">
          <ac:chgData name="okojie echiejile" userId="b1d5170caa77675f" providerId="LiveId" clId="{C429B3BE-7249-4727-916B-634883D14DD4}" dt="2026-02-20T19:12:44.274" v="6110" actId="14100"/>
          <ac:spMkLst>
            <pc:docMk/>
            <pc:sldMk cId="871298673" sldId="2564"/>
            <ac:spMk id="4" creationId="{A78E2070-10CB-6B0B-A8C2-EF13CE18CF43}"/>
          </ac:spMkLst>
        </pc:spChg>
        <pc:spChg chg="add del mod">
          <ac:chgData name="okojie echiejile" userId="b1d5170caa77675f" providerId="LiveId" clId="{C429B3BE-7249-4727-916B-634883D14DD4}" dt="2026-02-20T15:50:20.735" v="2427" actId="478"/>
          <ac:spMkLst>
            <pc:docMk/>
            <pc:sldMk cId="871298673" sldId="2564"/>
            <ac:spMk id="5" creationId="{B3F00812-D8C1-811A-FD35-71B4B24A9692}"/>
          </ac:spMkLst>
        </pc:spChg>
        <pc:spChg chg="add del mod">
          <ac:chgData name="okojie echiejile" userId="b1d5170caa77675f" providerId="LiveId" clId="{C429B3BE-7249-4727-916B-634883D14DD4}" dt="2026-02-20T18:54:36.041" v="5829" actId="478"/>
          <ac:spMkLst>
            <pc:docMk/>
            <pc:sldMk cId="871298673" sldId="2564"/>
            <ac:spMk id="9" creationId="{30E54324-410E-D2B7-2D77-317E4052AB29}"/>
          </ac:spMkLst>
        </pc:spChg>
      </pc:sldChg>
      <pc:sldChg chg="modSp mod">
        <pc:chgData name="okojie echiejile" userId="b1d5170caa77675f" providerId="LiveId" clId="{C429B3BE-7249-4727-916B-634883D14DD4}" dt="2026-02-20T16:08:45.547" v="3484" actId="6549"/>
        <pc:sldMkLst>
          <pc:docMk/>
          <pc:sldMk cId="1518014869" sldId="2565"/>
        </pc:sldMkLst>
        <pc:spChg chg="mod">
          <ac:chgData name="okojie echiejile" userId="b1d5170caa77675f" providerId="LiveId" clId="{C429B3BE-7249-4727-916B-634883D14DD4}" dt="2026-02-20T15:50:58.743" v="2474" actId="20577"/>
          <ac:spMkLst>
            <pc:docMk/>
            <pc:sldMk cId="1518014869" sldId="2565"/>
            <ac:spMk id="2" creationId="{F836FFA9-BE10-5D38-7B6E-5D77E4846BD7}"/>
          </ac:spMkLst>
        </pc:spChg>
        <pc:spChg chg="mod">
          <ac:chgData name="okojie echiejile" userId="b1d5170caa77675f" providerId="LiveId" clId="{C429B3BE-7249-4727-916B-634883D14DD4}" dt="2026-02-20T16:08:45.547" v="3484" actId="6549"/>
          <ac:spMkLst>
            <pc:docMk/>
            <pc:sldMk cId="1518014869" sldId="2565"/>
            <ac:spMk id="4" creationId="{58EC9B9F-0660-8097-FCC2-083FBABC6F98}"/>
          </ac:spMkLst>
        </pc:spChg>
        <pc:picChg chg="mod">
          <ac:chgData name="okojie echiejile" userId="b1d5170caa77675f" providerId="LiveId" clId="{C429B3BE-7249-4727-916B-634883D14DD4}" dt="2026-02-20T15:57:14.301" v="2847" actId="1076"/>
          <ac:picMkLst>
            <pc:docMk/>
            <pc:sldMk cId="1518014869" sldId="2565"/>
            <ac:picMk id="8" creationId="{FC6F6028-C376-49DD-A949-66D9D547BAAA}"/>
          </ac:picMkLst>
        </pc:picChg>
      </pc:sldChg>
      <pc:sldChg chg="modSp mod">
        <pc:chgData name="okojie echiejile" userId="b1d5170caa77675f" providerId="LiveId" clId="{C429B3BE-7249-4727-916B-634883D14DD4}" dt="2026-02-20T16:20:25.262" v="3961" actId="113"/>
        <pc:sldMkLst>
          <pc:docMk/>
          <pc:sldMk cId="4157831483" sldId="2566"/>
        </pc:sldMkLst>
        <pc:spChg chg="mod">
          <ac:chgData name="okojie echiejile" userId="b1d5170caa77675f" providerId="LiveId" clId="{C429B3BE-7249-4727-916B-634883D14DD4}" dt="2026-02-20T16:12:26.165" v="3545" actId="20577"/>
          <ac:spMkLst>
            <pc:docMk/>
            <pc:sldMk cId="4157831483" sldId="2566"/>
            <ac:spMk id="2" creationId="{73122E22-7691-83FA-8793-6CAD0B5CCF99}"/>
          </ac:spMkLst>
        </pc:spChg>
        <pc:spChg chg="mod">
          <ac:chgData name="okojie echiejile" userId="b1d5170caa77675f" providerId="LiveId" clId="{C429B3BE-7249-4727-916B-634883D14DD4}" dt="2026-02-20T16:20:25.262" v="3961" actId="113"/>
          <ac:spMkLst>
            <pc:docMk/>
            <pc:sldMk cId="4157831483" sldId="2566"/>
            <ac:spMk id="4" creationId="{3AF01960-C473-CACE-A71C-59FB24F11E80}"/>
          </ac:spMkLst>
        </pc:spChg>
      </pc:sldChg>
      <pc:sldChg chg="del">
        <pc:chgData name="okojie echiejile" userId="b1d5170caa77675f" providerId="LiveId" clId="{C429B3BE-7249-4727-916B-634883D14DD4}" dt="2026-02-20T16:21:09.354" v="3962" actId="2696"/>
        <pc:sldMkLst>
          <pc:docMk/>
          <pc:sldMk cId="1642167192" sldId="2567"/>
        </pc:sldMkLst>
      </pc:sldChg>
      <pc:sldChg chg="addSp delSp modSp mod delAnim">
        <pc:chgData name="okojie echiejile" userId="b1d5170caa77675f" providerId="LiveId" clId="{C429B3BE-7249-4727-916B-634883D14DD4}" dt="2026-02-20T19:23:03.591" v="6116" actId="14100"/>
        <pc:sldMkLst>
          <pc:docMk/>
          <pc:sldMk cId="3135299672" sldId="2568"/>
        </pc:sldMkLst>
        <pc:spChg chg="del">
          <ac:chgData name="okojie echiejile" userId="b1d5170caa77675f" providerId="LiveId" clId="{C429B3BE-7249-4727-916B-634883D14DD4}" dt="2026-02-20T16:42:38.801" v="3965" actId="478"/>
          <ac:spMkLst>
            <pc:docMk/>
            <pc:sldMk cId="3135299672" sldId="2568"/>
            <ac:spMk id="2" creationId="{1AA521AA-DD5F-3AE5-8F56-27FB37301998}"/>
          </ac:spMkLst>
        </pc:spChg>
        <pc:spChg chg="del">
          <ac:chgData name="okojie echiejile" userId="b1d5170caa77675f" providerId="LiveId" clId="{C429B3BE-7249-4727-916B-634883D14DD4}" dt="2026-02-20T16:42:48.118" v="3967" actId="478"/>
          <ac:spMkLst>
            <pc:docMk/>
            <pc:sldMk cId="3135299672" sldId="2568"/>
            <ac:spMk id="4" creationId="{37F22A6C-4E9A-3153-DA6F-75932D29F1DE}"/>
          </ac:spMkLst>
        </pc:spChg>
        <pc:spChg chg="add del mod">
          <ac:chgData name="okojie echiejile" userId="b1d5170caa77675f" providerId="LiveId" clId="{C429B3BE-7249-4727-916B-634883D14DD4}" dt="2026-02-20T16:42:32.563" v="3964" actId="478"/>
          <ac:spMkLst>
            <pc:docMk/>
            <pc:sldMk cId="3135299672" sldId="2568"/>
            <ac:spMk id="9" creationId="{AC0B9AE5-A98B-FD36-530F-F1437B8CC644}"/>
          </ac:spMkLst>
        </pc:spChg>
        <pc:spChg chg="add del mod">
          <ac:chgData name="okojie echiejile" userId="b1d5170caa77675f" providerId="LiveId" clId="{C429B3BE-7249-4727-916B-634883D14DD4}" dt="2026-02-20T16:42:43.666" v="3966" actId="478"/>
          <ac:spMkLst>
            <pc:docMk/>
            <pc:sldMk cId="3135299672" sldId="2568"/>
            <ac:spMk id="11" creationId="{9478ED57-3E27-63F3-2503-448035B68A8C}"/>
          </ac:spMkLst>
        </pc:spChg>
        <pc:spChg chg="add del mod">
          <ac:chgData name="okojie echiejile" userId="b1d5170caa77675f" providerId="LiveId" clId="{C429B3BE-7249-4727-916B-634883D14DD4}" dt="2026-02-20T16:43:12.601" v="3968" actId="478"/>
          <ac:spMkLst>
            <pc:docMk/>
            <pc:sldMk cId="3135299672" sldId="2568"/>
            <ac:spMk id="13" creationId="{8E548BB3-E7EB-EF4C-4E4E-C85A37B10B73}"/>
          </ac:spMkLst>
        </pc:spChg>
        <pc:graphicFrameChg chg="add del">
          <ac:chgData name="okojie echiejile" userId="b1d5170caa77675f" providerId="LiveId" clId="{C429B3BE-7249-4727-916B-634883D14DD4}" dt="2026-02-20T18:48:08.431" v="5782" actId="478"/>
          <ac:graphicFrameMkLst>
            <pc:docMk/>
            <pc:sldMk cId="3135299672" sldId="2568"/>
            <ac:graphicFrameMk id="16" creationId="{86E52531-6590-6D0A-2DF0-BDC93C7FEFA9}"/>
          </ac:graphicFrameMkLst>
        </pc:graphicFrameChg>
        <pc:graphicFrameChg chg="add del">
          <ac:chgData name="okojie echiejile" userId="b1d5170caa77675f" providerId="LiveId" clId="{C429B3BE-7249-4727-916B-634883D14DD4}" dt="2026-02-20T18:47:52.152" v="5781" actId="478"/>
          <ac:graphicFrameMkLst>
            <pc:docMk/>
            <pc:sldMk cId="3135299672" sldId="2568"/>
            <ac:graphicFrameMk id="17" creationId="{96D94932-0000-5D70-EA8E-B4002F49514B}"/>
          </ac:graphicFrameMkLst>
        </pc:graphicFrameChg>
        <pc:graphicFrameChg chg="add del">
          <ac:chgData name="okojie echiejile" userId="b1d5170caa77675f" providerId="LiveId" clId="{C429B3BE-7249-4727-916B-634883D14DD4}" dt="2026-02-20T18:47:46.298" v="5780" actId="478"/>
          <ac:graphicFrameMkLst>
            <pc:docMk/>
            <pc:sldMk cId="3135299672" sldId="2568"/>
            <ac:graphicFrameMk id="18" creationId="{C364A4F3-7976-1043-65E4-CBCDC3FE7869}"/>
          </ac:graphicFrameMkLst>
        </pc:graphicFrameChg>
        <pc:picChg chg="add mod">
          <ac:chgData name="okojie echiejile" userId="b1d5170caa77675f" providerId="LiveId" clId="{C429B3BE-7249-4727-916B-634883D14DD4}" dt="2026-02-20T19:23:03.591" v="6116" actId="14100"/>
          <ac:picMkLst>
            <pc:docMk/>
            <pc:sldMk cId="3135299672" sldId="2568"/>
            <ac:picMk id="3" creationId="{E477C3CD-2CB9-E5B7-3958-8CB1FA24D629}"/>
          </ac:picMkLst>
        </pc:picChg>
        <pc:picChg chg="del">
          <ac:chgData name="okojie echiejile" userId="b1d5170caa77675f" providerId="LiveId" clId="{C429B3BE-7249-4727-916B-634883D14DD4}" dt="2026-02-20T16:42:27.860" v="3963" actId="478"/>
          <ac:picMkLst>
            <pc:docMk/>
            <pc:sldMk cId="3135299672" sldId="2568"/>
            <ac:picMk id="8" creationId="{5F2227F4-4F76-4C19-888E-C41655B19CE1}"/>
          </ac:picMkLst>
        </pc:picChg>
        <pc:picChg chg="add del mod">
          <ac:chgData name="okojie echiejile" userId="b1d5170caa77675f" providerId="LiveId" clId="{C429B3BE-7249-4727-916B-634883D14DD4}" dt="2026-02-20T19:22:15.317" v="6112" actId="478"/>
          <ac:picMkLst>
            <pc:docMk/>
            <pc:sldMk cId="3135299672" sldId="2568"/>
            <ac:picMk id="19" creationId="{608B244D-8FF4-F7DB-D3CD-869BC8871C78}"/>
          </ac:picMkLst>
        </pc:picChg>
      </pc:sldChg>
      <pc:sldChg chg="addSp delSp modSp mod">
        <pc:chgData name="okojie echiejile" userId="b1d5170caa77675f" providerId="LiveId" clId="{C429B3BE-7249-4727-916B-634883D14DD4}" dt="2026-02-20T19:42:35.497" v="6165" actId="14100"/>
        <pc:sldMkLst>
          <pc:docMk/>
          <pc:sldMk cId="338877854" sldId="2569"/>
        </pc:sldMkLst>
        <pc:spChg chg="mod">
          <ac:chgData name="okojie echiejile" userId="b1d5170caa77675f" providerId="LiveId" clId="{C429B3BE-7249-4727-916B-634883D14DD4}" dt="2026-02-20T17:50:16.140" v="4049" actId="14100"/>
          <ac:spMkLst>
            <pc:docMk/>
            <pc:sldMk cId="338877854" sldId="2569"/>
            <ac:spMk id="2" creationId="{594A32C4-9CC5-0FDF-6A98-43886A071FFF}"/>
          </ac:spMkLst>
        </pc:spChg>
        <pc:spChg chg="add">
          <ac:chgData name="okojie echiejile" userId="b1d5170caa77675f" providerId="LiveId" clId="{C429B3BE-7249-4727-916B-634883D14DD4}" dt="2026-02-20T17:48:34.315" v="4034"/>
          <ac:spMkLst>
            <pc:docMk/>
            <pc:sldMk cId="338877854" sldId="2569"/>
            <ac:spMk id="3" creationId="{B0337F69-A7DF-6535-294F-62B7C5AD6202}"/>
          </ac:spMkLst>
        </pc:spChg>
        <pc:spChg chg="mod">
          <ac:chgData name="okojie echiejile" userId="b1d5170caa77675f" providerId="LiveId" clId="{C429B3BE-7249-4727-916B-634883D14DD4}" dt="2026-02-20T18:00:34.784" v="4534" actId="5793"/>
          <ac:spMkLst>
            <pc:docMk/>
            <pc:sldMk cId="338877854" sldId="2569"/>
            <ac:spMk id="4" creationId="{52A7AF61-5649-9868-4761-6D8E731146EC}"/>
          </ac:spMkLst>
        </pc:spChg>
        <pc:spChg chg="add del mod">
          <ac:chgData name="okojie echiejile" userId="b1d5170caa77675f" providerId="LiveId" clId="{C429B3BE-7249-4727-916B-634883D14DD4}" dt="2026-02-20T19:41:37.056" v="6156" actId="478"/>
          <ac:spMkLst>
            <pc:docMk/>
            <pc:sldMk cId="338877854" sldId="2569"/>
            <ac:spMk id="9" creationId="{2BCF68BA-9725-D670-886D-19EBD32D21F6}"/>
          </ac:spMkLst>
        </pc:spChg>
        <pc:spChg chg="add">
          <ac:chgData name="okojie echiejile" userId="b1d5170caa77675f" providerId="LiveId" clId="{C429B3BE-7249-4727-916B-634883D14DD4}" dt="2026-02-20T17:48:47.263" v="4035"/>
          <ac:spMkLst>
            <pc:docMk/>
            <pc:sldMk cId="338877854" sldId="2569"/>
            <ac:spMk id="9" creationId="{68470595-C78D-9610-65B7-4C90A0D8FD77}"/>
          </ac:spMkLst>
        </pc:spChg>
        <pc:picChg chg="del">
          <ac:chgData name="okojie echiejile" userId="b1d5170caa77675f" providerId="LiveId" clId="{C429B3BE-7249-4727-916B-634883D14DD4}" dt="2026-02-20T19:41:34.586" v="6155" actId="478"/>
          <ac:picMkLst>
            <pc:docMk/>
            <pc:sldMk cId="338877854" sldId="2569"/>
            <ac:picMk id="8" creationId="{9AB820B7-08BA-4934-9E7A-B9FD3A6DCC86}"/>
          </ac:picMkLst>
        </pc:picChg>
        <pc:picChg chg="add mod">
          <ac:chgData name="okojie echiejile" userId="b1d5170caa77675f" providerId="LiveId" clId="{C429B3BE-7249-4727-916B-634883D14DD4}" dt="2026-02-20T19:42:35.497" v="6165" actId="14100"/>
          <ac:picMkLst>
            <pc:docMk/>
            <pc:sldMk cId="338877854" sldId="2569"/>
            <ac:picMk id="11" creationId="{AC3C2BB5-1AE5-146F-0C03-A45B028FBC8B}"/>
          </ac:picMkLst>
        </pc:picChg>
      </pc:sldChg>
      <pc:sldChg chg="addSp delSp modSp mod">
        <pc:chgData name="okojie echiejile" userId="b1d5170caa77675f" providerId="LiveId" clId="{C429B3BE-7249-4727-916B-634883D14DD4}" dt="2026-02-20T19:44:07.158" v="6179" actId="14100"/>
        <pc:sldMkLst>
          <pc:docMk/>
          <pc:sldMk cId="1534056939" sldId="2570"/>
        </pc:sldMkLst>
        <pc:spChg chg="mod">
          <ac:chgData name="okojie echiejile" userId="b1d5170caa77675f" providerId="LiveId" clId="{C429B3BE-7249-4727-916B-634883D14DD4}" dt="2026-02-20T18:01:54.373" v="4606" actId="14100"/>
          <ac:spMkLst>
            <pc:docMk/>
            <pc:sldMk cId="1534056939" sldId="2570"/>
            <ac:spMk id="2" creationId="{E82953BE-CE50-10F0-F3EA-72AE57435C02}"/>
          </ac:spMkLst>
        </pc:spChg>
        <pc:spChg chg="mod">
          <ac:chgData name="okojie echiejile" userId="b1d5170caa77675f" providerId="LiveId" clId="{C429B3BE-7249-4727-916B-634883D14DD4}" dt="2026-02-20T18:09:01.391" v="4872" actId="27636"/>
          <ac:spMkLst>
            <pc:docMk/>
            <pc:sldMk cId="1534056939" sldId="2570"/>
            <ac:spMk id="4" creationId="{A9DA3E57-CF3D-54BE-D558-4BD57CEBD01F}"/>
          </ac:spMkLst>
        </pc:spChg>
        <pc:spChg chg="add del mod">
          <ac:chgData name="okojie echiejile" userId="b1d5170caa77675f" providerId="LiveId" clId="{C429B3BE-7249-4727-916B-634883D14DD4}" dt="2026-02-20T19:43:12.521" v="6167" actId="478"/>
          <ac:spMkLst>
            <pc:docMk/>
            <pc:sldMk cId="1534056939" sldId="2570"/>
            <ac:spMk id="9" creationId="{76064839-5CBE-49DF-A0DD-51D34B3E79BA}"/>
          </ac:spMkLst>
        </pc:spChg>
        <pc:picChg chg="del mod">
          <ac:chgData name="okojie echiejile" userId="b1d5170caa77675f" providerId="LiveId" clId="{C429B3BE-7249-4727-916B-634883D14DD4}" dt="2026-02-20T19:43:09.317" v="6166" actId="478"/>
          <ac:picMkLst>
            <pc:docMk/>
            <pc:sldMk cId="1534056939" sldId="2570"/>
            <ac:picMk id="8" creationId="{615ED91E-3041-4320-8D3C-639EEF7222B3}"/>
          </ac:picMkLst>
        </pc:picChg>
        <pc:picChg chg="add mod">
          <ac:chgData name="okojie echiejile" userId="b1d5170caa77675f" providerId="LiveId" clId="{C429B3BE-7249-4727-916B-634883D14DD4}" dt="2026-02-20T19:44:07.158" v="6179" actId="14100"/>
          <ac:picMkLst>
            <pc:docMk/>
            <pc:sldMk cId="1534056939" sldId="2570"/>
            <ac:picMk id="11" creationId="{DC818D3F-40E2-28E7-4182-05660FCFEDE1}"/>
          </ac:picMkLst>
        </pc:picChg>
      </pc:sldChg>
      <pc:sldChg chg="del">
        <pc:chgData name="okojie echiejile" userId="b1d5170caa77675f" providerId="LiveId" clId="{C429B3BE-7249-4727-916B-634883D14DD4}" dt="2026-02-20T18:09:10.851" v="4873" actId="2696"/>
        <pc:sldMkLst>
          <pc:docMk/>
          <pc:sldMk cId="3312235283" sldId="2571"/>
        </pc:sldMkLst>
      </pc:sldChg>
      <pc:sldChg chg="delSp modSp del mod">
        <pc:chgData name="okojie echiejile" userId="b1d5170caa77675f" providerId="LiveId" clId="{C429B3BE-7249-4727-916B-634883D14DD4}" dt="2026-02-20T19:44:19.386" v="6180" actId="2696"/>
        <pc:sldMkLst>
          <pc:docMk/>
          <pc:sldMk cId="2118558656" sldId="2572"/>
        </pc:sldMkLst>
        <pc:spChg chg="mod">
          <ac:chgData name="okojie echiejile" userId="b1d5170caa77675f" providerId="LiveId" clId="{C429B3BE-7249-4727-916B-634883D14DD4}" dt="2026-02-20T18:11:03.797" v="4976" actId="1076"/>
          <ac:spMkLst>
            <pc:docMk/>
            <pc:sldMk cId="2118558656" sldId="2572"/>
            <ac:spMk id="2" creationId="{D599B2DB-92C1-061F-760C-06A93BA93B51}"/>
          </ac:spMkLst>
        </pc:spChg>
        <pc:spChg chg="mod">
          <ac:chgData name="okojie echiejile" userId="b1d5170caa77675f" providerId="LiveId" clId="{C429B3BE-7249-4727-916B-634883D14DD4}" dt="2026-02-20T18:15:41.915" v="5140" actId="27636"/>
          <ac:spMkLst>
            <pc:docMk/>
            <pc:sldMk cId="2118558656" sldId="2572"/>
            <ac:spMk id="4" creationId="{4422B8B5-B3F6-0EC5-D90E-9924DD3E5E10}"/>
          </ac:spMkLst>
        </pc:spChg>
        <pc:spChg chg="del">
          <ac:chgData name="okojie echiejile" userId="b1d5170caa77675f" providerId="LiveId" clId="{C429B3BE-7249-4727-916B-634883D14DD4}" dt="2026-02-20T18:10:52.561" v="4974" actId="478"/>
          <ac:spMkLst>
            <pc:docMk/>
            <pc:sldMk cId="2118558656" sldId="2572"/>
            <ac:spMk id="13" creationId="{78C648A7-D078-7F9F-E66A-C10752F90050}"/>
          </ac:spMkLst>
        </pc:spChg>
        <pc:spChg chg="del">
          <ac:chgData name="okojie echiejile" userId="b1d5170caa77675f" providerId="LiveId" clId="{C429B3BE-7249-4727-916B-634883D14DD4}" dt="2026-02-20T18:14:57.624" v="5124" actId="478"/>
          <ac:spMkLst>
            <pc:docMk/>
            <pc:sldMk cId="2118558656" sldId="2572"/>
            <ac:spMk id="15" creationId="{3DE903A1-71C6-15F6-5B91-80ECD5E07001}"/>
          </ac:spMkLst>
        </pc:spChg>
        <pc:picChg chg="mod">
          <ac:chgData name="okojie echiejile" userId="b1d5170caa77675f" providerId="LiveId" clId="{C429B3BE-7249-4727-916B-634883D14DD4}" dt="2026-02-20T18:15:06.844" v="5126" actId="14100"/>
          <ac:picMkLst>
            <pc:docMk/>
            <pc:sldMk cId="2118558656" sldId="2572"/>
            <ac:picMk id="8" creationId="{6B242BD2-B6E4-41B6-9FE0-E2F3CE484946}"/>
          </ac:picMkLst>
        </pc:picChg>
      </pc:sldChg>
      <pc:sldChg chg="delSp modSp mod">
        <pc:chgData name="okojie echiejile" userId="b1d5170caa77675f" providerId="LiveId" clId="{C429B3BE-7249-4727-916B-634883D14DD4}" dt="2026-02-20T18:21:01.968" v="5259" actId="478"/>
        <pc:sldMkLst>
          <pc:docMk/>
          <pc:sldMk cId="2296338535" sldId="2573"/>
        </pc:sldMkLst>
        <pc:spChg chg="mod">
          <ac:chgData name="okojie echiejile" userId="b1d5170caa77675f" providerId="LiveId" clId="{C429B3BE-7249-4727-916B-634883D14DD4}" dt="2026-02-20T18:17:29.494" v="5203" actId="6549"/>
          <ac:spMkLst>
            <pc:docMk/>
            <pc:sldMk cId="2296338535" sldId="2573"/>
            <ac:spMk id="2" creationId="{A08AD56D-C94B-A4DD-9C64-32E4514F97F6}"/>
          </ac:spMkLst>
        </pc:spChg>
        <pc:spChg chg="mod">
          <ac:chgData name="okojie echiejile" userId="b1d5170caa77675f" providerId="LiveId" clId="{C429B3BE-7249-4727-916B-634883D14DD4}" dt="2026-02-20T18:20:55.413" v="5258" actId="255"/>
          <ac:spMkLst>
            <pc:docMk/>
            <pc:sldMk cId="2296338535" sldId="2573"/>
            <ac:spMk id="4" creationId="{66A143B4-2B9B-D90E-55CB-D1C3208CF182}"/>
          </ac:spMkLst>
        </pc:spChg>
        <pc:spChg chg="del">
          <ac:chgData name="okojie echiejile" userId="b1d5170caa77675f" providerId="LiveId" clId="{C429B3BE-7249-4727-916B-634883D14DD4}" dt="2026-02-20T18:21:01.968" v="5259" actId="478"/>
          <ac:spMkLst>
            <pc:docMk/>
            <pc:sldMk cId="2296338535" sldId="2573"/>
            <ac:spMk id="5" creationId="{7210EC78-B71A-BAD7-887B-BF830E4C7858}"/>
          </ac:spMkLst>
        </pc:spChg>
      </pc:sldChg>
      <pc:sldChg chg="delSp modSp mod">
        <pc:chgData name="okojie echiejile" userId="b1d5170caa77675f" providerId="LiveId" clId="{C429B3BE-7249-4727-916B-634883D14DD4}" dt="2026-02-20T18:25:39.083" v="5342" actId="1076"/>
        <pc:sldMkLst>
          <pc:docMk/>
          <pc:sldMk cId="3179874965" sldId="2574"/>
        </pc:sldMkLst>
        <pc:spChg chg="mod">
          <ac:chgData name="okojie echiejile" userId="b1d5170caa77675f" providerId="LiveId" clId="{C429B3BE-7249-4727-916B-634883D14DD4}" dt="2026-02-20T18:24:25.356" v="5333" actId="14100"/>
          <ac:spMkLst>
            <pc:docMk/>
            <pc:sldMk cId="3179874965" sldId="2574"/>
            <ac:spMk id="2" creationId="{D8358E16-9678-BBDE-3A76-8C6485071398}"/>
          </ac:spMkLst>
        </pc:spChg>
        <pc:spChg chg="mod">
          <ac:chgData name="okojie echiejile" userId="b1d5170caa77675f" providerId="LiveId" clId="{C429B3BE-7249-4727-916B-634883D14DD4}" dt="2026-02-20T18:25:27.139" v="5340" actId="113"/>
          <ac:spMkLst>
            <pc:docMk/>
            <pc:sldMk cId="3179874965" sldId="2574"/>
            <ac:spMk id="4" creationId="{04F4A789-F07A-F9A9-7985-E56A7CBEDD82}"/>
          </ac:spMkLst>
        </pc:spChg>
        <pc:spChg chg="del">
          <ac:chgData name="okojie echiejile" userId="b1d5170caa77675f" providerId="LiveId" clId="{C429B3BE-7249-4727-916B-634883D14DD4}" dt="2026-02-20T18:25:16.463" v="5339" actId="478"/>
          <ac:spMkLst>
            <pc:docMk/>
            <pc:sldMk cId="3179874965" sldId="2574"/>
            <ac:spMk id="5" creationId="{B567AA48-C36D-69F9-44A6-940ED91B60DD}"/>
          </ac:spMkLst>
        </pc:spChg>
        <pc:picChg chg="mod">
          <ac:chgData name="okojie echiejile" userId="b1d5170caa77675f" providerId="LiveId" clId="{C429B3BE-7249-4727-916B-634883D14DD4}" dt="2026-02-20T18:25:39.083" v="5342" actId="1076"/>
          <ac:picMkLst>
            <pc:docMk/>
            <pc:sldMk cId="3179874965" sldId="2574"/>
            <ac:picMk id="8" creationId="{F3B85364-79AC-49F1-9B3E-54BC3C570E97}"/>
          </ac:picMkLst>
        </pc:picChg>
      </pc:sldChg>
      <pc:sldChg chg="del">
        <pc:chgData name="okojie echiejile" userId="b1d5170caa77675f" providerId="LiveId" clId="{C429B3BE-7249-4727-916B-634883D14DD4}" dt="2026-02-20T18:25:45.782" v="5343" actId="2696"/>
        <pc:sldMkLst>
          <pc:docMk/>
          <pc:sldMk cId="2757454625" sldId="2575"/>
        </pc:sldMkLst>
      </pc:sldChg>
      <pc:sldChg chg="modSp mod">
        <pc:chgData name="okojie echiejile" userId="b1d5170caa77675f" providerId="LiveId" clId="{C429B3BE-7249-4727-916B-634883D14DD4}" dt="2026-02-20T18:28:04.838" v="5430" actId="20577"/>
        <pc:sldMkLst>
          <pc:docMk/>
          <pc:sldMk cId="378041374" sldId="2576"/>
        </pc:sldMkLst>
        <pc:spChg chg="mod">
          <ac:chgData name="okojie echiejile" userId="b1d5170caa77675f" providerId="LiveId" clId="{C429B3BE-7249-4727-916B-634883D14DD4}" dt="2026-02-20T18:26:46.931" v="5416" actId="14100"/>
          <ac:spMkLst>
            <pc:docMk/>
            <pc:sldMk cId="378041374" sldId="2576"/>
            <ac:spMk id="2" creationId="{EDDD9BB8-9EBE-E34C-61CD-7D2C42B865C9}"/>
          </ac:spMkLst>
        </pc:spChg>
        <pc:spChg chg="mod">
          <ac:chgData name="okojie echiejile" userId="b1d5170caa77675f" providerId="LiveId" clId="{C429B3BE-7249-4727-916B-634883D14DD4}" dt="2026-02-20T18:28:04.838" v="5430" actId="20577"/>
          <ac:spMkLst>
            <pc:docMk/>
            <pc:sldMk cId="378041374" sldId="2576"/>
            <ac:spMk id="4" creationId="{F1DC6A1B-F908-504F-509C-43CB71BD0EE1}"/>
          </ac:spMkLst>
        </pc:spChg>
        <pc:picChg chg="mod">
          <ac:chgData name="okojie echiejile" userId="b1d5170caa77675f" providerId="LiveId" clId="{C429B3BE-7249-4727-916B-634883D14DD4}" dt="2026-02-20T18:26:55.564" v="5418" actId="14100"/>
          <ac:picMkLst>
            <pc:docMk/>
            <pc:sldMk cId="378041374" sldId="2576"/>
            <ac:picMk id="8" creationId="{57504B08-550D-443A-BB68-F29E92585FCF}"/>
          </ac:picMkLst>
        </pc:picChg>
      </pc:sldChg>
      <pc:sldChg chg="modSp del mod">
        <pc:chgData name="okojie echiejile" userId="b1d5170caa77675f" providerId="LiveId" clId="{C429B3BE-7249-4727-916B-634883D14DD4}" dt="2026-02-20T18:34:46.458" v="5778" actId="2696"/>
        <pc:sldMkLst>
          <pc:docMk/>
          <pc:sldMk cId="3491473092" sldId="2577"/>
        </pc:sldMkLst>
        <pc:spChg chg="mod">
          <ac:chgData name="okojie echiejile" userId="b1d5170caa77675f" providerId="LiveId" clId="{C429B3BE-7249-4727-916B-634883D14DD4}" dt="2026-02-20T18:29:10.698" v="5490" actId="14100"/>
          <ac:spMkLst>
            <pc:docMk/>
            <pc:sldMk cId="3491473092" sldId="2577"/>
            <ac:spMk id="2" creationId="{F5C553C7-5637-4BB9-8CBA-F18FC8F229B4}"/>
          </ac:spMkLst>
        </pc:spChg>
        <pc:spChg chg="mod">
          <ac:chgData name="okojie echiejile" userId="b1d5170caa77675f" providerId="LiveId" clId="{C429B3BE-7249-4727-916B-634883D14DD4}" dt="2026-02-20T18:29:51.160" v="5498" actId="20577"/>
          <ac:spMkLst>
            <pc:docMk/>
            <pc:sldMk cId="3491473092" sldId="2577"/>
            <ac:spMk id="4" creationId="{006A1211-B120-C6DD-7795-390CE940A2BD}"/>
          </ac:spMkLst>
        </pc:spChg>
      </pc:sldChg>
      <pc:sldChg chg="del">
        <pc:chgData name="okojie echiejile" userId="b1d5170caa77675f" providerId="LiveId" clId="{C429B3BE-7249-4727-916B-634883D14DD4}" dt="2026-02-20T18:30:28.174" v="5499" actId="2696"/>
        <pc:sldMkLst>
          <pc:docMk/>
          <pc:sldMk cId="1493603646" sldId="2578"/>
        </pc:sldMkLst>
      </pc:sldChg>
      <pc:sldChg chg="delSp modSp mod">
        <pc:chgData name="okojie echiejile" userId="b1d5170caa77675f" providerId="LiveId" clId="{C429B3BE-7249-4727-916B-634883D14DD4}" dt="2026-02-20T18:34:40.219" v="5777" actId="14100"/>
        <pc:sldMkLst>
          <pc:docMk/>
          <pc:sldMk cId="629881177" sldId="2579"/>
        </pc:sldMkLst>
        <pc:spChg chg="mod">
          <ac:chgData name="okojie echiejile" userId="b1d5170caa77675f" providerId="LiveId" clId="{C429B3BE-7249-4727-916B-634883D14DD4}" dt="2026-02-20T18:34:40.219" v="5777" actId="14100"/>
          <ac:spMkLst>
            <pc:docMk/>
            <pc:sldMk cId="629881177" sldId="2579"/>
            <ac:spMk id="2" creationId="{89C45CCA-8669-0B4B-6416-892D6D25E00F}"/>
          </ac:spMkLst>
        </pc:spChg>
        <pc:spChg chg="del">
          <ac:chgData name="okojie echiejile" userId="b1d5170caa77675f" providerId="LiveId" clId="{C429B3BE-7249-4727-916B-634883D14DD4}" dt="2026-02-20T18:34:21.697" v="5774" actId="478"/>
          <ac:spMkLst>
            <pc:docMk/>
            <pc:sldMk cId="629881177" sldId="2579"/>
            <ac:spMk id="4" creationId="{C856D263-89D9-ADDE-521E-505A46DFE1B9}"/>
          </ac:spMkLst>
        </pc:spChg>
        <pc:graphicFrameChg chg="mod modGraphic">
          <ac:chgData name="okojie echiejile" userId="b1d5170caa77675f" providerId="LiveId" clId="{C429B3BE-7249-4727-916B-634883D14DD4}" dt="2026-02-20T18:34:15.327" v="5773"/>
          <ac:graphicFrameMkLst>
            <pc:docMk/>
            <pc:sldMk cId="629881177" sldId="2579"/>
            <ac:graphicFrameMk id="10" creationId="{117B8B57-4E0A-9C11-C249-649FEF451C94}"/>
          </ac:graphicFrameMkLst>
        </pc:graphicFrameChg>
      </pc:sldChg>
      <pc:sldChg chg="modSp add mod">
        <pc:chgData name="okojie echiejile" userId="b1d5170caa77675f" providerId="LiveId" clId="{C429B3BE-7249-4727-916B-634883D14DD4}" dt="2026-02-20T19:11:19.585" v="6106" actId="6549"/>
        <pc:sldMkLst>
          <pc:docMk/>
          <pc:sldMk cId="406436151" sldId="2580"/>
        </pc:sldMkLst>
        <pc:spChg chg="mod">
          <ac:chgData name="okojie echiejile" userId="b1d5170caa77675f" providerId="LiveId" clId="{C429B3BE-7249-4727-916B-634883D14DD4}" dt="2026-02-20T15:28:02.820" v="212" actId="5793"/>
          <ac:spMkLst>
            <pc:docMk/>
            <pc:sldMk cId="406436151" sldId="2580"/>
            <ac:spMk id="2" creationId="{163FE5B0-663A-0586-AC13-9BF5A26BDEA9}"/>
          </ac:spMkLst>
        </pc:spChg>
        <pc:spChg chg="mod">
          <ac:chgData name="okojie echiejile" userId="b1d5170caa77675f" providerId="LiveId" clId="{C429B3BE-7249-4727-916B-634883D14DD4}" dt="2026-02-20T19:11:19.585" v="6106" actId="6549"/>
          <ac:spMkLst>
            <pc:docMk/>
            <pc:sldMk cId="406436151" sldId="2580"/>
            <ac:spMk id="3" creationId="{B0FAE9ED-CCB1-933C-A7DD-8316C34889FE}"/>
          </ac:spMkLst>
        </pc:spChg>
      </pc:sldChg>
      <pc:sldChg chg="addSp delSp modSp add mod">
        <pc:chgData name="okojie echiejile" userId="b1d5170caa77675f" providerId="LiveId" clId="{C429B3BE-7249-4727-916B-634883D14DD4}" dt="2026-02-20T19:23:54.605" v="6120" actId="962"/>
        <pc:sldMkLst>
          <pc:docMk/>
          <pc:sldMk cId="4054372740" sldId="2581"/>
        </pc:sldMkLst>
        <pc:picChg chg="add del mod">
          <ac:chgData name="okojie echiejile" userId="b1d5170caa77675f" providerId="LiveId" clId="{C429B3BE-7249-4727-916B-634883D14DD4}" dt="2026-02-20T18:50:25.672" v="5796" actId="478"/>
          <ac:picMkLst>
            <pc:docMk/>
            <pc:sldMk cId="4054372740" sldId="2581"/>
            <ac:picMk id="2" creationId="{2861A3E5-1264-36C2-804B-5E54248E4E77}"/>
          </ac:picMkLst>
        </pc:picChg>
        <pc:picChg chg="add del mod">
          <ac:chgData name="okojie echiejile" userId="b1d5170caa77675f" providerId="LiveId" clId="{C429B3BE-7249-4727-916B-634883D14DD4}" dt="2026-02-20T19:23:16.520" v="6117" actId="478"/>
          <ac:picMkLst>
            <pc:docMk/>
            <pc:sldMk cId="4054372740" sldId="2581"/>
            <ac:picMk id="3" creationId="{EA419843-A681-B36F-4B42-AAF33E9F861C}"/>
          </ac:picMkLst>
        </pc:picChg>
        <pc:picChg chg="add mod">
          <ac:chgData name="okojie echiejile" userId="b1d5170caa77675f" providerId="LiveId" clId="{C429B3BE-7249-4727-916B-634883D14DD4}" dt="2026-02-20T19:23:54.605" v="6120" actId="962"/>
          <ac:picMkLst>
            <pc:docMk/>
            <pc:sldMk cId="4054372740" sldId="2581"/>
            <ac:picMk id="4" creationId="{4CDF78A5-32AB-7B26-DD67-2FFF74653134}"/>
          </ac:picMkLst>
        </pc:picChg>
        <pc:picChg chg="del">
          <ac:chgData name="okojie echiejile" userId="b1d5170caa77675f" providerId="LiveId" clId="{C429B3BE-7249-4727-916B-634883D14DD4}" dt="2026-02-20T18:49:50.456" v="5791" actId="478"/>
          <ac:picMkLst>
            <pc:docMk/>
            <pc:sldMk cId="4054372740" sldId="2581"/>
            <ac:picMk id="19" creationId="{E6840A7E-97E6-0FFF-9DC6-1745892D533A}"/>
          </ac:picMkLst>
        </pc:picChg>
      </pc:sldChg>
      <pc:sldChg chg="delSp add del mod">
        <pc:chgData name="okojie echiejile" userId="b1d5170caa77675f" providerId="LiveId" clId="{C429B3BE-7249-4727-916B-634883D14DD4}" dt="2026-02-20T18:52:29.321" v="5809" actId="2696"/>
        <pc:sldMkLst>
          <pc:docMk/>
          <pc:sldMk cId="3030662496" sldId="2582"/>
        </pc:sldMkLst>
        <pc:picChg chg="del">
          <ac:chgData name="okojie echiejile" userId="b1d5170caa77675f" providerId="LiveId" clId="{C429B3BE-7249-4727-916B-634883D14DD4}" dt="2026-02-20T18:51:35.225" v="5805" actId="478"/>
          <ac:picMkLst>
            <pc:docMk/>
            <pc:sldMk cId="3030662496" sldId="2582"/>
            <ac:picMk id="19" creationId="{C09678C1-78C2-26A9-0741-82F99ED2F61A}"/>
          </ac:picMkLst>
        </pc:picChg>
      </pc:sldChg>
      <pc:sldChg chg="delSp add del mod">
        <pc:chgData name="okojie echiejile" userId="b1d5170caa77675f" providerId="LiveId" clId="{C429B3BE-7249-4727-916B-634883D14DD4}" dt="2026-02-20T18:53:08.354" v="5811" actId="2696"/>
        <pc:sldMkLst>
          <pc:docMk/>
          <pc:sldMk cId="653722409" sldId="2583"/>
        </pc:sldMkLst>
        <pc:picChg chg="del">
          <ac:chgData name="okojie echiejile" userId="b1d5170caa77675f" providerId="LiveId" clId="{C429B3BE-7249-4727-916B-634883D14DD4}" dt="2026-02-20T18:52:42.028" v="5810" actId="478"/>
          <ac:picMkLst>
            <pc:docMk/>
            <pc:sldMk cId="653722409" sldId="2583"/>
            <ac:picMk id="19" creationId="{81A906CF-A2A1-5E35-23D2-765356B1CF7A}"/>
          </ac:picMkLst>
        </pc:picChg>
      </pc:sldChg>
      <pc:sldMasterChg chg="del delSldLayout">
        <pc:chgData name="okojie echiejile" userId="b1d5170caa77675f" providerId="LiveId" clId="{C429B3BE-7249-4727-916B-634883D14DD4}" dt="2026-02-20T19:16:49.139" v="6111" actId="2696"/>
        <pc:sldMasterMkLst>
          <pc:docMk/>
          <pc:sldMasterMk cId="3830539296" sldId="2147483724"/>
        </pc:sldMasterMkLst>
        <pc:sldLayoutChg chg="del">
          <pc:chgData name="okojie echiejile" userId="b1d5170caa77675f" providerId="LiveId" clId="{C429B3BE-7249-4727-916B-634883D14DD4}" dt="2026-02-20T19:16:49.139" v="6111" actId="2696"/>
          <pc:sldLayoutMkLst>
            <pc:docMk/>
            <pc:sldMasterMk cId="3830539296" sldId="2147483724"/>
            <pc:sldLayoutMk cId="1885101792" sldId="2147483725"/>
          </pc:sldLayoutMkLst>
        </pc:sldLayoutChg>
        <pc:sldLayoutChg chg="del">
          <pc:chgData name="okojie echiejile" userId="b1d5170caa77675f" providerId="LiveId" clId="{C429B3BE-7249-4727-916B-634883D14DD4}" dt="2026-02-20T19:16:49.139" v="6111" actId="2696"/>
          <pc:sldLayoutMkLst>
            <pc:docMk/>
            <pc:sldMasterMk cId="3830539296" sldId="2147483724"/>
            <pc:sldLayoutMk cId="452729496" sldId="2147483726"/>
          </pc:sldLayoutMkLst>
        </pc:sldLayoutChg>
        <pc:sldLayoutChg chg="del">
          <pc:chgData name="okojie echiejile" userId="b1d5170caa77675f" providerId="LiveId" clId="{C429B3BE-7249-4727-916B-634883D14DD4}" dt="2026-02-20T19:16:49.139" v="6111" actId="2696"/>
          <pc:sldLayoutMkLst>
            <pc:docMk/>
            <pc:sldMasterMk cId="3830539296" sldId="2147483724"/>
            <pc:sldLayoutMk cId="3388140737" sldId="2147483727"/>
          </pc:sldLayoutMkLst>
        </pc:sldLayoutChg>
        <pc:sldLayoutChg chg="del">
          <pc:chgData name="okojie echiejile" userId="b1d5170caa77675f" providerId="LiveId" clId="{C429B3BE-7249-4727-916B-634883D14DD4}" dt="2026-02-20T19:16:49.139" v="6111" actId="2696"/>
          <pc:sldLayoutMkLst>
            <pc:docMk/>
            <pc:sldMasterMk cId="3830539296" sldId="2147483724"/>
            <pc:sldLayoutMk cId="181358315" sldId="2147483728"/>
          </pc:sldLayoutMkLst>
        </pc:sldLayoutChg>
        <pc:sldLayoutChg chg="del">
          <pc:chgData name="okojie echiejile" userId="b1d5170caa77675f" providerId="LiveId" clId="{C429B3BE-7249-4727-916B-634883D14DD4}" dt="2026-02-20T19:16:49.139" v="6111" actId="2696"/>
          <pc:sldLayoutMkLst>
            <pc:docMk/>
            <pc:sldMasterMk cId="3830539296" sldId="2147483724"/>
            <pc:sldLayoutMk cId="1450785082" sldId="214748372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E0A78C-4676-490C-94D8-7CAA7860A9CD}"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B054BE2E-B59D-4BCE-A697-C1CBF555540A}">
      <dgm:prSet/>
      <dgm:spPr/>
      <dgm:t>
        <a:bodyPr/>
        <a:lstStyle/>
        <a:p>
          <a:pPr>
            <a:lnSpc>
              <a:spcPct val="100000"/>
            </a:lnSpc>
            <a:defRPr b="1"/>
          </a:pPr>
          <a:r>
            <a:rPr lang="en-GB" dirty="0"/>
            <a:t>Data-driven retention is a strategic necessity</a:t>
          </a:r>
          <a:endParaRPr lang="en-US" dirty="0"/>
        </a:p>
      </dgm:t>
    </dgm:pt>
    <dgm:pt modelId="{3891DE9F-7E1E-4DAF-A3B8-59BDE4E7A53F}" type="parTrans" cxnId="{67BEC09D-C819-49AD-8D24-B12F767A3CD0}">
      <dgm:prSet/>
      <dgm:spPr/>
      <dgm:t>
        <a:bodyPr/>
        <a:lstStyle/>
        <a:p>
          <a:endParaRPr lang="en-US"/>
        </a:p>
      </dgm:t>
    </dgm:pt>
    <dgm:pt modelId="{46201234-B079-4AB5-AACC-13A205706376}" type="sibTrans" cxnId="{67BEC09D-C819-49AD-8D24-B12F767A3CD0}">
      <dgm:prSet/>
      <dgm:spPr/>
      <dgm:t>
        <a:bodyPr/>
        <a:lstStyle/>
        <a:p>
          <a:pPr>
            <a:lnSpc>
              <a:spcPct val="100000"/>
            </a:lnSpc>
            <a:defRPr b="1"/>
          </a:pPr>
          <a:endParaRPr lang="en-US"/>
        </a:p>
      </dgm:t>
    </dgm:pt>
    <dgm:pt modelId="{BFC87281-8F52-47E7-B016-7259CB90FDAF}">
      <dgm:prSet/>
      <dgm:spPr/>
      <dgm:t>
        <a:bodyPr/>
        <a:lstStyle/>
        <a:p>
          <a:pPr>
            <a:lnSpc>
              <a:spcPct val="100000"/>
            </a:lnSpc>
          </a:pPr>
          <a:r>
            <a:rPr lang="en-US" dirty="0"/>
            <a:t>Data driven retention is a proactive strategic tool to reduce churn and improve customer satisfaction. </a:t>
          </a:r>
        </a:p>
      </dgm:t>
    </dgm:pt>
    <dgm:pt modelId="{1C36F857-CC03-4D3F-8389-EF818D052CD0}" type="parTrans" cxnId="{C74561CC-3435-4B56-A429-04C48BF96217}">
      <dgm:prSet/>
      <dgm:spPr/>
      <dgm:t>
        <a:bodyPr/>
        <a:lstStyle/>
        <a:p>
          <a:endParaRPr lang="en-US"/>
        </a:p>
      </dgm:t>
    </dgm:pt>
    <dgm:pt modelId="{A1D61CA5-1211-41DC-806A-37F2F80E536B}" type="sibTrans" cxnId="{C74561CC-3435-4B56-A429-04C48BF96217}">
      <dgm:prSet/>
      <dgm:spPr/>
      <dgm:t>
        <a:bodyPr/>
        <a:lstStyle/>
        <a:p>
          <a:endParaRPr lang="en-US"/>
        </a:p>
      </dgm:t>
    </dgm:pt>
    <dgm:pt modelId="{7C21093F-0B93-4C4D-9599-813CC80D91AC}">
      <dgm:prSet/>
      <dgm:spPr/>
      <dgm:t>
        <a:bodyPr/>
        <a:lstStyle/>
        <a:p>
          <a:pPr>
            <a:lnSpc>
              <a:spcPct val="100000"/>
            </a:lnSpc>
            <a:defRPr b="1"/>
          </a:pPr>
          <a:r>
            <a:rPr lang="en-GB" dirty="0"/>
            <a:t>High-risk segments have been clearly identified</a:t>
          </a:r>
          <a:endParaRPr lang="en-US" dirty="0"/>
        </a:p>
      </dgm:t>
    </dgm:pt>
    <dgm:pt modelId="{46D22EF9-B6A5-4E3C-8790-D0C3678668AC}" type="parTrans" cxnId="{B55905C4-8038-4A46-BAB8-795815803779}">
      <dgm:prSet/>
      <dgm:spPr/>
      <dgm:t>
        <a:bodyPr/>
        <a:lstStyle/>
        <a:p>
          <a:endParaRPr lang="en-US"/>
        </a:p>
      </dgm:t>
    </dgm:pt>
    <dgm:pt modelId="{370E3170-2A61-44C6-A894-78E6CFD61355}" type="sibTrans" cxnId="{B55905C4-8038-4A46-BAB8-795815803779}">
      <dgm:prSet/>
      <dgm:spPr/>
      <dgm:t>
        <a:bodyPr/>
        <a:lstStyle/>
        <a:p>
          <a:pPr>
            <a:lnSpc>
              <a:spcPct val="100000"/>
            </a:lnSpc>
            <a:defRPr b="1"/>
          </a:pPr>
          <a:endParaRPr lang="en-US"/>
        </a:p>
      </dgm:t>
    </dgm:pt>
    <dgm:pt modelId="{39055157-623B-44C4-8321-ED079A53BE05}">
      <dgm:prSet/>
      <dgm:spPr/>
      <dgm:t>
        <a:bodyPr/>
        <a:lstStyle/>
        <a:p>
          <a:pPr>
            <a:lnSpc>
              <a:spcPct val="100000"/>
            </a:lnSpc>
          </a:pPr>
          <a:r>
            <a:rPr lang="en-US" dirty="0"/>
            <a:t>High risk segments have been identified and management should devote resources to develop products to meet and exceed their expectations. </a:t>
          </a:r>
        </a:p>
      </dgm:t>
    </dgm:pt>
    <dgm:pt modelId="{AE118E3E-A1FA-4CC2-9537-866563793B06}" type="parTrans" cxnId="{C5071A7D-F444-4E13-B09E-108B2DD86F70}">
      <dgm:prSet/>
      <dgm:spPr/>
      <dgm:t>
        <a:bodyPr/>
        <a:lstStyle/>
        <a:p>
          <a:endParaRPr lang="en-US"/>
        </a:p>
      </dgm:t>
    </dgm:pt>
    <dgm:pt modelId="{94BB400B-F36D-4D98-9440-7F66C4E80C3F}" type="sibTrans" cxnId="{C5071A7D-F444-4E13-B09E-108B2DD86F70}">
      <dgm:prSet/>
      <dgm:spPr/>
      <dgm:t>
        <a:bodyPr/>
        <a:lstStyle/>
        <a:p>
          <a:endParaRPr lang="en-US"/>
        </a:p>
      </dgm:t>
    </dgm:pt>
    <dgm:pt modelId="{5F274971-5701-47B7-8622-421931235402}">
      <dgm:prSet/>
      <dgm:spPr/>
      <dgm:t>
        <a:bodyPr/>
        <a:lstStyle/>
        <a:p>
          <a:pPr>
            <a:lnSpc>
              <a:spcPct val="100000"/>
            </a:lnSpc>
            <a:defRPr b="1"/>
          </a:pPr>
          <a:r>
            <a:rPr lang="en-GB" dirty="0"/>
            <a:t>Targeted interventions can significantly reduce churn</a:t>
          </a:r>
          <a:endParaRPr lang="en-US" dirty="0"/>
        </a:p>
      </dgm:t>
    </dgm:pt>
    <dgm:pt modelId="{B9101584-39AE-4368-ADBA-21EF54C8FF44}" type="parTrans" cxnId="{D5DDC453-E313-4EA4-9FB1-B382588050AA}">
      <dgm:prSet/>
      <dgm:spPr/>
      <dgm:t>
        <a:bodyPr/>
        <a:lstStyle/>
        <a:p>
          <a:endParaRPr lang="en-US"/>
        </a:p>
      </dgm:t>
    </dgm:pt>
    <dgm:pt modelId="{3F2556F7-CD6C-43AB-AE09-E3470751908C}" type="sibTrans" cxnId="{D5DDC453-E313-4EA4-9FB1-B382588050AA}">
      <dgm:prSet/>
      <dgm:spPr/>
      <dgm:t>
        <a:bodyPr/>
        <a:lstStyle/>
        <a:p>
          <a:pPr>
            <a:lnSpc>
              <a:spcPct val="100000"/>
            </a:lnSpc>
            <a:defRPr b="1"/>
          </a:pPr>
          <a:endParaRPr lang="en-US"/>
        </a:p>
      </dgm:t>
    </dgm:pt>
    <dgm:pt modelId="{B5683C8C-B38F-4505-A7C5-91382DF69891}">
      <dgm:prSet/>
      <dgm:spPr/>
      <dgm:t>
        <a:bodyPr/>
        <a:lstStyle/>
        <a:p>
          <a:pPr>
            <a:lnSpc>
              <a:spcPct val="100000"/>
            </a:lnSpc>
          </a:pPr>
          <a:r>
            <a:rPr lang="en-GB" dirty="0"/>
            <a:t>The analysis demonstrates that churn is not random. By focusing on identified risk segments and implementing proactive strategies, Veritas Bank can materially improve retention and protect long-term profitability.</a:t>
          </a:r>
          <a:endParaRPr lang="en-US" dirty="0"/>
        </a:p>
      </dgm:t>
    </dgm:pt>
    <dgm:pt modelId="{91741AEC-D57E-4A1C-B125-513322E1ABC5}" type="parTrans" cxnId="{E748B9E7-8BAD-4DC3-9E6A-F0AD3B741DAF}">
      <dgm:prSet/>
      <dgm:spPr/>
      <dgm:t>
        <a:bodyPr/>
        <a:lstStyle/>
        <a:p>
          <a:endParaRPr lang="en-US"/>
        </a:p>
      </dgm:t>
    </dgm:pt>
    <dgm:pt modelId="{3B5924C4-23A4-4BDE-B998-BCE89DB0C3C2}" type="sibTrans" cxnId="{E748B9E7-8BAD-4DC3-9E6A-F0AD3B741DAF}">
      <dgm:prSet/>
      <dgm:spPr/>
      <dgm:t>
        <a:bodyPr/>
        <a:lstStyle/>
        <a:p>
          <a:endParaRPr lang="en-US"/>
        </a:p>
      </dgm:t>
    </dgm:pt>
    <dgm:pt modelId="{D93F068E-7AF0-483B-AEF3-130E448D172D}" type="pres">
      <dgm:prSet presAssocID="{6CE0A78C-4676-490C-94D8-7CAA7860A9CD}" presName="Name0" presStyleCnt="0">
        <dgm:presLayoutVars>
          <dgm:dir/>
          <dgm:resizeHandles val="exact"/>
        </dgm:presLayoutVars>
      </dgm:prSet>
      <dgm:spPr/>
    </dgm:pt>
    <dgm:pt modelId="{31A56180-4D95-461E-866A-E9093CCB86E3}" type="pres">
      <dgm:prSet presAssocID="{B054BE2E-B59D-4BCE-A697-C1CBF555540A}" presName="compNode" presStyleCnt="0"/>
      <dgm:spPr/>
    </dgm:pt>
    <dgm:pt modelId="{CB73C468-8156-4905-8254-0719133C6C20}" type="pres">
      <dgm:prSet presAssocID="{B054BE2E-B59D-4BCE-A697-C1CBF555540A}" presName="pictRect" presStyleLbl="revTx" presStyleIdx="0" presStyleCnt="6">
        <dgm:presLayoutVars>
          <dgm:chMax val="0"/>
          <dgm:bulletEnabled/>
        </dgm:presLayoutVars>
      </dgm:prSet>
      <dgm:spPr/>
    </dgm:pt>
    <dgm:pt modelId="{BAF425AD-BB05-48E3-AFFD-34349903F944}" type="pres">
      <dgm:prSet presAssocID="{B054BE2E-B59D-4BCE-A697-C1CBF555540A}" presName="textRect" presStyleLbl="revTx" presStyleIdx="1" presStyleCnt="6">
        <dgm:presLayoutVars>
          <dgm:bulletEnabled/>
        </dgm:presLayoutVars>
      </dgm:prSet>
      <dgm:spPr/>
    </dgm:pt>
    <dgm:pt modelId="{BA966880-9754-44CE-AFB7-6559CF6BDEAB}" type="pres">
      <dgm:prSet presAssocID="{46201234-B079-4AB5-AACC-13A205706376}" presName="sibTrans" presStyleLbl="sibTrans2D1" presStyleIdx="0" presStyleCnt="0"/>
      <dgm:spPr/>
    </dgm:pt>
    <dgm:pt modelId="{AD2A4393-D5F3-455C-9B40-B0E2EF3C0663}" type="pres">
      <dgm:prSet presAssocID="{7C21093F-0B93-4C4D-9599-813CC80D91AC}" presName="compNode" presStyleCnt="0"/>
      <dgm:spPr/>
    </dgm:pt>
    <dgm:pt modelId="{BD105BA5-5CEF-4927-AB98-16EFBA34B49D}" type="pres">
      <dgm:prSet presAssocID="{7C21093F-0B93-4C4D-9599-813CC80D91AC}" presName="pictRect" presStyleLbl="revTx" presStyleIdx="2" presStyleCnt="6">
        <dgm:presLayoutVars>
          <dgm:chMax val="0"/>
          <dgm:bulletEnabled/>
        </dgm:presLayoutVars>
      </dgm:prSet>
      <dgm:spPr/>
    </dgm:pt>
    <dgm:pt modelId="{D246DD79-C083-429C-9AB7-CE5C5BB25AC9}" type="pres">
      <dgm:prSet presAssocID="{7C21093F-0B93-4C4D-9599-813CC80D91AC}" presName="textRect" presStyleLbl="revTx" presStyleIdx="3" presStyleCnt="6">
        <dgm:presLayoutVars>
          <dgm:bulletEnabled/>
        </dgm:presLayoutVars>
      </dgm:prSet>
      <dgm:spPr/>
    </dgm:pt>
    <dgm:pt modelId="{803C8CC0-FAE2-4963-9066-814F86F9B6AF}" type="pres">
      <dgm:prSet presAssocID="{370E3170-2A61-44C6-A894-78E6CFD61355}" presName="sibTrans" presStyleLbl="sibTrans2D1" presStyleIdx="0" presStyleCnt="0"/>
      <dgm:spPr/>
    </dgm:pt>
    <dgm:pt modelId="{0676FAE7-E354-4A06-AD0A-2BB0347F9A01}" type="pres">
      <dgm:prSet presAssocID="{5F274971-5701-47B7-8622-421931235402}" presName="compNode" presStyleCnt="0"/>
      <dgm:spPr/>
    </dgm:pt>
    <dgm:pt modelId="{586A08A0-CB21-4E9D-97E5-09A47C445949}" type="pres">
      <dgm:prSet presAssocID="{5F274971-5701-47B7-8622-421931235402}" presName="pictRect" presStyleLbl="revTx" presStyleIdx="4" presStyleCnt="6">
        <dgm:presLayoutVars>
          <dgm:chMax val="0"/>
          <dgm:bulletEnabled/>
        </dgm:presLayoutVars>
      </dgm:prSet>
      <dgm:spPr/>
    </dgm:pt>
    <dgm:pt modelId="{C21FD33E-36C3-4AC9-BB7C-B28EEB5B78EB}" type="pres">
      <dgm:prSet presAssocID="{5F274971-5701-47B7-8622-421931235402}" presName="textRect" presStyleLbl="revTx" presStyleIdx="5" presStyleCnt="6">
        <dgm:presLayoutVars>
          <dgm:bulletEnabled/>
        </dgm:presLayoutVars>
      </dgm:prSet>
      <dgm:spPr/>
    </dgm:pt>
  </dgm:ptLst>
  <dgm:cxnLst>
    <dgm:cxn modelId="{A961D013-EC7D-453A-9BE1-9A4ADA302E5F}" type="presOf" srcId="{6CE0A78C-4676-490C-94D8-7CAA7860A9CD}" destId="{D93F068E-7AF0-483B-AEF3-130E448D172D}" srcOrd="0" destOrd="0" presId="urn:microsoft.com/office/officeart/2024/3/layout/hArchList1"/>
    <dgm:cxn modelId="{C29C8D2A-9C68-42FA-A531-817F66012605}" type="presOf" srcId="{B5683C8C-B38F-4505-A7C5-91382DF69891}" destId="{C21FD33E-36C3-4AC9-BB7C-B28EEB5B78EB}" srcOrd="0" destOrd="0" presId="urn:microsoft.com/office/officeart/2024/3/layout/hArchList1"/>
    <dgm:cxn modelId="{1A94C339-4E9E-4789-BB57-1DA4A722382C}" type="presOf" srcId="{7C21093F-0B93-4C4D-9599-813CC80D91AC}" destId="{BD105BA5-5CEF-4927-AB98-16EFBA34B49D}" srcOrd="0" destOrd="0" presId="urn:microsoft.com/office/officeart/2024/3/layout/hArchList1"/>
    <dgm:cxn modelId="{4DC1C869-5AFE-4767-9EC8-A22952DC4F76}" type="presOf" srcId="{B054BE2E-B59D-4BCE-A697-C1CBF555540A}" destId="{CB73C468-8156-4905-8254-0719133C6C20}" srcOrd="0" destOrd="0" presId="urn:microsoft.com/office/officeart/2024/3/layout/hArchList1"/>
    <dgm:cxn modelId="{D5DDC453-E313-4EA4-9FB1-B382588050AA}" srcId="{6CE0A78C-4676-490C-94D8-7CAA7860A9CD}" destId="{5F274971-5701-47B7-8622-421931235402}" srcOrd="2" destOrd="0" parTransId="{B9101584-39AE-4368-ADBA-21EF54C8FF44}" sibTransId="{3F2556F7-CD6C-43AB-AE09-E3470751908C}"/>
    <dgm:cxn modelId="{E9F8C158-9609-4AF9-BF2F-156463F5FCCB}" type="presOf" srcId="{39055157-623B-44C4-8321-ED079A53BE05}" destId="{D246DD79-C083-429C-9AB7-CE5C5BB25AC9}" srcOrd="0" destOrd="0" presId="urn:microsoft.com/office/officeart/2024/3/layout/hArchList1"/>
    <dgm:cxn modelId="{C5071A7D-F444-4E13-B09E-108B2DD86F70}" srcId="{7C21093F-0B93-4C4D-9599-813CC80D91AC}" destId="{39055157-623B-44C4-8321-ED079A53BE05}" srcOrd="0" destOrd="0" parTransId="{AE118E3E-A1FA-4CC2-9537-866563793B06}" sibTransId="{94BB400B-F36D-4D98-9440-7F66C4E80C3F}"/>
    <dgm:cxn modelId="{67BEC09D-C819-49AD-8D24-B12F767A3CD0}" srcId="{6CE0A78C-4676-490C-94D8-7CAA7860A9CD}" destId="{B054BE2E-B59D-4BCE-A697-C1CBF555540A}" srcOrd="0" destOrd="0" parTransId="{3891DE9F-7E1E-4DAF-A3B8-59BDE4E7A53F}" sibTransId="{46201234-B079-4AB5-AACC-13A205706376}"/>
    <dgm:cxn modelId="{575FE0B8-5FC0-4285-9E1E-71C76956D48D}" type="presOf" srcId="{BFC87281-8F52-47E7-B016-7259CB90FDAF}" destId="{BAF425AD-BB05-48E3-AFFD-34349903F944}" srcOrd="0" destOrd="0" presId="urn:microsoft.com/office/officeart/2024/3/layout/hArchList1"/>
    <dgm:cxn modelId="{E224A9BF-3FA9-4D92-B0BD-E0C774DDA1E3}" type="presOf" srcId="{46201234-B079-4AB5-AACC-13A205706376}" destId="{BA966880-9754-44CE-AFB7-6559CF6BDEAB}" srcOrd="0" destOrd="0" presId="urn:microsoft.com/office/officeart/2024/3/layout/hArchList1"/>
    <dgm:cxn modelId="{B55905C4-8038-4A46-BAB8-795815803779}" srcId="{6CE0A78C-4676-490C-94D8-7CAA7860A9CD}" destId="{7C21093F-0B93-4C4D-9599-813CC80D91AC}" srcOrd="1" destOrd="0" parTransId="{46D22EF9-B6A5-4E3C-8790-D0C3678668AC}" sibTransId="{370E3170-2A61-44C6-A894-78E6CFD61355}"/>
    <dgm:cxn modelId="{C74561CC-3435-4B56-A429-04C48BF96217}" srcId="{B054BE2E-B59D-4BCE-A697-C1CBF555540A}" destId="{BFC87281-8F52-47E7-B016-7259CB90FDAF}" srcOrd="0" destOrd="0" parTransId="{1C36F857-CC03-4D3F-8389-EF818D052CD0}" sibTransId="{A1D61CA5-1211-41DC-806A-37F2F80E536B}"/>
    <dgm:cxn modelId="{5B970BE6-923E-419D-ADAE-E4C13357C576}" type="presOf" srcId="{370E3170-2A61-44C6-A894-78E6CFD61355}" destId="{803C8CC0-FAE2-4963-9066-814F86F9B6AF}" srcOrd="0" destOrd="0" presId="urn:microsoft.com/office/officeart/2024/3/layout/hArchList1"/>
    <dgm:cxn modelId="{E748B9E7-8BAD-4DC3-9E6A-F0AD3B741DAF}" srcId="{5F274971-5701-47B7-8622-421931235402}" destId="{B5683C8C-B38F-4505-A7C5-91382DF69891}" srcOrd="0" destOrd="0" parTransId="{91741AEC-D57E-4A1C-B125-513322E1ABC5}" sibTransId="{3B5924C4-23A4-4BDE-B998-BCE89DB0C3C2}"/>
    <dgm:cxn modelId="{858EF3F0-26B5-4724-834D-02FD9F44D6B7}" type="presOf" srcId="{5F274971-5701-47B7-8622-421931235402}" destId="{586A08A0-CB21-4E9D-97E5-09A47C445949}" srcOrd="0" destOrd="0" presId="urn:microsoft.com/office/officeart/2024/3/layout/hArchList1"/>
    <dgm:cxn modelId="{9E380B0D-4829-4B2F-9213-75EBA6A181B6}" type="presParOf" srcId="{D93F068E-7AF0-483B-AEF3-130E448D172D}" destId="{31A56180-4D95-461E-866A-E9093CCB86E3}" srcOrd="0" destOrd="0" presId="urn:microsoft.com/office/officeart/2024/3/layout/hArchList1"/>
    <dgm:cxn modelId="{93FAB41D-E565-454C-9C2B-6937F0EE25D8}" type="presParOf" srcId="{31A56180-4D95-461E-866A-E9093CCB86E3}" destId="{CB73C468-8156-4905-8254-0719133C6C20}" srcOrd="0" destOrd="0" presId="urn:microsoft.com/office/officeart/2024/3/layout/hArchList1"/>
    <dgm:cxn modelId="{C588E2F0-A011-425B-B7FA-B1A7CB3FA69D}" type="presParOf" srcId="{31A56180-4D95-461E-866A-E9093CCB86E3}" destId="{BAF425AD-BB05-48E3-AFFD-34349903F944}" srcOrd="1" destOrd="0" presId="urn:microsoft.com/office/officeart/2024/3/layout/hArchList1"/>
    <dgm:cxn modelId="{7C0761F6-C0C5-460D-8919-2C9DD6D566D5}" type="presParOf" srcId="{D93F068E-7AF0-483B-AEF3-130E448D172D}" destId="{BA966880-9754-44CE-AFB7-6559CF6BDEAB}" srcOrd="1" destOrd="0" presId="urn:microsoft.com/office/officeart/2024/3/layout/hArchList1"/>
    <dgm:cxn modelId="{206C2E5D-CBB5-4A92-8427-2C4FC5A24E67}" type="presParOf" srcId="{D93F068E-7AF0-483B-AEF3-130E448D172D}" destId="{AD2A4393-D5F3-455C-9B40-B0E2EF3C0663}" srcOrd="2" destOrd="0" presId="urn:microsoft.com/office/officeart/2024/3/layout/hArchList1"/>
    <dgm:cxn modelId="{172C2649-FEEE-4144-A07C-AE1097BD6C22}" type="presParOf" srcId="{AD2A4393-D5F3-455C-9B40-B0E2EF3C0663}" destId="{BD105BA5-5CEF-4927-AB98-16EFBA34B49D}" srcOrd="0" destOrd="0" presId="urn:microsoft.com/office/officeart/2024/3/layout/hArchList1"/>
    <dgm:cxn modelId="{B4E10790-220D-4D8B-87DF-D6547B0B21AD}" type="presParOf" srcId="{AD2A4393-D5F3-455C-9B40-B0E2EF3C0663}" destId="{D246DD79-C083-429C-9AB7-CE5C5BB25AC9}" srcOrd="1" destOrd="0" presId="urn:microsoft.com/office/officeart/2024/3/layout/hArchList1"/>
    <dgm:cxn modelId="{B2D2A7F9-D753-4996-B1F0-8FEC6C0AA071}" type="presParOf" srcId="{D93F068E-7AF0-483B-AEF3-130E448D172D}" destId="{803C8CC0-FAE2-4963-9066-814F86F9B6AF}" srcOrd="3" destOrd="0" presId="urn:microsoft.com/office/officeart/2024/3/layout/hArchList1"/>
    <dgm:cxn modelId="{6A3A7596-C8A9-4A97-BEA6-19F34B353D3F}" type="presParOf" srcId="{D93F068E-7AF0-483B-AEF3-130E448D172D}" destId="{0676FAE7-E354-4A06-AD0A-2BB0347F9A01}" srcOrd="4" destOrd="0" presId="urn:microsoft.com/office/officeart/2024/3/layout/hArchList1"/>
    <dgm:cxn modelId="{3CB681E9-ED61-4136-AE43-3D76F8B5187A}" type="presParOf" srcId="{0676FAE7-E354-4A06-AD0A-2BB0347F9A01}" destId="{586A08A0-CB21-4E9D-97E5-09A47C445949}" srcOrd="0" destOrd="0" presId="urn:microsoft.com/office/officeart/2024/3/layout/hArchList1"/>
    <dgm:cxn modelId="{0653B453-6447-440B-8671-2E687CA7C493}" type="presParOf" srcId="{0676FAE7-E354-4A06-AD0A-2BB0347F9A01}" destId="{C21FD33E-36C3-4AC9-BB7C-B28EEB5B78EB}"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3C468-8156-4905-8254-0719133C6C20}">
      <dsp:nvSpPr>
        <dsp:cNvPr id="0" name=""/>
        <dsp:cNvSpPr/>
      </dsp:nvSpPr>
      <dsp:spPr>
        <a:xfrm>
          <a:off x="0" y="0"/>
          <a:ext cx="2809600" cy="6156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dirty="0"/>
            <a:t>Data-driven retention is a strategic necessity</a:t>
          </a:r>
          <a:endParaRPr lang="en-US" sz="1800" kern="1200" dirty="0"/>
        </a:p>
      </dsp:txBody>
      <dsp:txXfrm>
        <a:off x="0" y="0"/>
        <a:ext cx="2809600" cy="615624"/>
      </dsp:txXfrm>
    </dsp:sp>
    <dsp:sp modelId="{BAF425AD-BB05-48E3-AFFD-34349903F944}">
      <dsp:nvSpPr>
        <dsp:cNvPr id="0" name=""/>
        <dsp:cNvSpPr/>
      </dsp:nvSpPr>
      <dsp:spPr>
        <a:xfrm>
          <a:off x="0" y="615624"/>
          <a:ext cx="2809600" cy="1831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Data driven retention is a proactive strategic tool to reduce churn and improve customer satisfaction. </a:t>
          </a:r>
        </a:p>
      </dsp:txBody>
      <dsp:txXfrm>
        <a:off x="0" y="615624"/>
        <a:ext cx="2809600" cy="1831157"/>
      </dsp:txXfrm>
    </dsp:sp>
    <dsp:sp modelId="{BD105BA5-5CEF-4927-AB98-16EFBA34B49D}">
      <dsp:nvSpPr>
        <dsp:cNvPr id="0" name=""/>
        <dsp:cNvSpPr/>
      </dsp:nvSpPr>
      <dsp:spPr>
        <a:xfrm>
          <a:off x="3090560" y="0"/>
          <a:ext cx="2809600" cy="6156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dirty="0"/>
            <a:t>High-risk segments have been clearly identified</a:t>
          </a:r>
          <a:endParaRPr lang="en-US" sz="1800" kern="1200" dirty="0"/>
        </a:p>
      </dsp:txBody>
      <dsp:txXfrm>
        <a:off x="3090560" y="0"/>
        <a:ext cx="2809600" cy="615624"/>
      </dsp:txXfrm>
    </dsp:sp>
    <dsp:sp modelId="{D246DD79-C083-429C-9AB7-CE5C5BB25AC9}">
      <dsp:nvSpPr>
        <dsp:cNvPr id="0" name=""/>
        <dsp:cNvSpPr/>
      </dsp:nvSpPr>
      <dsp:spPr>
        <a:xfrm>
          <a:off x="3090560" y="615624"/>
          <a:ext cx="2809600" cy="1831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High risk segments have been identified and management should devote resources to develop products to meet and exceed their expectations. </a:t>
          </a:r>
        </a:p>
      </dsp:txBody>
      <dsp:txXfrm>
        <a:off x="3090560" y="615624"/>
        <a:ext cx="2809600" cy="1831157"/>
      </dsp:txXfrm>
    </dsp:sp>
    <dsp:sp modelId="{586A08A0-CB21-4E9D-97E5-09A47C445949}">
      <dsp:nvSpPr>
        <dsp:cNvPr id="0" name=""/>
        <dsp:cNvSpPr/>
      </dsp:nvSpPr>
      <dsp:spPr>
        <a:xfrm>
          <a:off x="6181121" y="0"/>
          <a:ext cx="2809600" cy="6156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dirty="0"/>
            <a:t>Targeted interventions can significantly reduce churn</a:t>
          </a:r>
          <a:endParaRPr lang="en-US" sz="1800" kern="1200" dirty="0"/>
        </a:p>
      </dsp:txBody>
      <dsp:txXfrm>
        <a:off x="6181121" y="0"/>
        <a:ext cx="2809600" cy="615624"/>
      </dsp:txXfrm>
    </dsp:sp>
    <dsp:sp modelId="{C21FD33E-36C3-4AC9-BB7C-B28EEB5B78EB}">
      <dsp:nvSpPr>
        <dsp:cNvPr id="0" name=""/>
        <dsp:cNvSpPr/>
      </dsp:nvSpPr>
      <dsp:spPr>
        <a:xfrm>
          <a:off x="6181121" y="615624"/>
          <a:ext cx="2809600" cy="1831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dirty="0"/>
            <a:t>The analysis demonstrates that churn is not random. By focusing on identified risk segments and implementing proactive strategies, Veritas Bank can materially improve retention and protect long-term profitability.</a:t>
          </a:r>
          <a:endParaRPr lang="en-US" sz="1400" kern="1200" dirty="0"/>
        </a:p>
      </dsp:txBody>
      <dsp:txXfrm>
        <a:off x="6181121" y="615624"/>
        <a:ext cx="2809600" cy="1831157"/>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F80040-087C-4CE3-9323-DE1439454F36}" type="datetimeFigureOut">
              <a:rPr lang="en-GB" smtClean="0"/>
              <a:t>20/02/2026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47C21-B337-4D21-92A0-9F5C465E7BA9}" type="slidenum">
              <a:rPr lang="en-GB" smtClean="0"/>
              <a:t>‹#›</a:t>
            </a:fld>
            <a:endParaRPr lang="en-GB"/>
          </a:p>
        </p:txBody>
      </p:sp>
    </p:spTree>
    <p:extLst>
      <p:ext uri="{BB962C8B-B14F-4D97-AF65-F5344CB8AC3E}">
        <p14:creationId xmlns:p14="http://schemas.microsoft.com/office/powerpoint/2010/main" val="3782714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AI-generated content may be incorrect.
---
</a:t>
            </a:r>
          </a:p>
        </p:txBody>
      </p:sp>
      <p:sp>
        <p:nvSpPr>
          <p:cNvPr id="4" name="Slide Number Placeholder 3"/>
          <p:cNvSpPr>
            <a:spLocks noGrp="1"/>
          </p:cNvSpPr>
          <p:nvPr>
            <p:ph type="sldNum" sz="quarter" idx="5"/>
          </p:nvPr>
        </p:nvSpPr>
        <p:spPr/>
        <p:txBody>
          <a:bodyPr/>
          <a:lstStyle/>
          <a:p>
            <a:fld id="{CEADE101-41DC-4802-87C5-6BB834BAC733}" type="slidenum">
              <a:rPr lang="en-GB" smtClean="0"/>
              <a:t>1</a:t>
            </a:fld>
            <a:endParaRPr lang="en-GB"/>
          </a:p>
        </p:txBody>
      </p:sp>
    </p:spTree>
    <p:extLst>
      <p:ext uri="{BB962C8B-B14F-4D97-AF65-F5344CB8AC3E}">
        <p14:creationId xmlns:p14="http://schemas.microsoft.com/office/powerpoint/2010/main" val="476144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Introducing Veritas Bank: Vision, Mission and Brand Identity
 Retail Banking Services and Solutions
 Client Relationship Management and Experience
 Corporate Responsibility and Future Outlook</a:t>
            </a:r>
          </a:p>
        </p:txBody>
      </p:sp>
      <p:sp>
        <p:nvSpPr>
          <p:cNvPr id="4" name="Slide Number Placeholder 3"/>
          <p:cNvSpPr>
            <a:spLocks noGrp="1"/>
          </p:cNvSpPr>
          <p:nvPr>
            <p:ph type="sldNum" sz="quarter" idx="5"/>
          </p:nvPr>
        </p:nvSpPr>
        <p:spPr/>
        <p:txBody>
          <a:bodyPr/>
          <a:lstStyle/>
          <a:p>
            <a:fld id="{CEADE101-41DC-4802-87C5-6BB834BAC733}" type="slidenum">
              <a:rPr lang="en-GB" smtClean="0"/>
              <a:t>2</a:t>
            </a:fld>
            <a:endParaRPr lang="en-GB"/>
          </a:p>
        </p:txBody>
      </p:sp>
    </p:spTree>
    <p:extLst>
      <p:ext uri="{BB962C8B-B14F-4D97-AF65-F5344CB8AC3E}">
        <p14:creationId xmlns:p14="http://schemas.microsoft.com/office/powerpoint/2010/main" val="1146552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89D6C-5A2C-15A1-0A2E-CE633C3B3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45647-10E1-0F6A-1A23-293B16B3E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6C0124-BCFB-86B3-3FAE-0CCCA635FBE1}"/>
              </a:ext>
            </a:extLst>
          </p:cNvPr>
          <p:cNvSpPr>
            <a:spLocks noGrp="1"/>
          </p:cNvSpPr>
          <p:nvPr>
            <p:ph type="body" idx="1"/>
          </p:nvPr>
        </p:nvSpPr>
        <p:spPr/>
        <p:txBody>
          <a:bodyPr/>
          <a:lstStyle/>
          <a:p>
            <a:r>
              <a:rPr lang="en-GB"/>
              <a:t>Introducing Veritas Bank: Vision, Mission and Brand Identity
 Retail Banking Services and Solutions
 Client Relationship Management and Experience
 Corporate Responsibility and Future Outlook</a:t>
            </a:r>
          </a:p>
        </p:txBody>
      </p:sp>
      <p:sp>
        <p:nvSpPr>
          <p:cNvPr id="4" name="Slide Number Placeholder 3">
            <a:extLst>
              <a:ext uri="{FF2B5EF4-FFF2-40B4-BE49-F238E27FC236}">
                <a16:creationId xmlns:a16="http://schemas.microsoft.com/office/drawing/2014/main" id="{E6F70C59-42AF-CAA0-FF51-A2DC81065B06}"/>
              </a:ext>
            </a:extLst>
          </p:cNvPr>
          <p:cNvSpPr>
            <a:spLocks noGrp="1"/>
          </p:cNvSpPr>
          <p:nvPr>
            <p:ph type="sldNum" sz="quarter" idx="5"/>
          </p:nvPr>
        </p:nvSpPr>
        <p:spPr/>
        <p:txBody>
          <a:bodyPr/>
          <a:lstStyle/>
          <a:p>
            <a:fld id="{CEADE101-41DC-4802-87C5-6BB834BAC733}" type="slidenum">
              <a:rPr lang="en-GB" smtClean="0"/>
              <a:t>3</a:t>
            </a:fld>
            <a:endParaRPr lang="en-GB"/>
          </a:p>
        </p:txBody>
      </p:sp>
    </p:spTree>
    <p:extLst>
      <p:ext uri="{BB962C8B-B14F-4D97-AF65-F5344CB8AC3E}">
        <p14:creationId xmlns:p14="http://schemas.microsoft.com/office/powerpoint/2010/main" val="1716268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Founded in the early 2000s, Veritas Bank has grown from a regional financial institution to a nationally recognized retail bank, anchored by core values of integrity, reliability, and customer focus. The bank's commitment to ethical banking practices and community engagement has fostered steady growth, achieving a compound annual growth rate of over 15% in its customer base over the last decade. Veritas Bank has continually adapted to market changes while maintaining a stable governance structure and transparent operations.
Image source: AI-generated
</a:t>
            </a:r>
          </a:p>
        </p:txBody>
      </p:sp>
      <p:sp>
        <p:nvSpPr>
          <p:cNvPr id="4" name="Slide Number Placeholder 3"/>
          <p:cNvSpPr>
            <a:spLocks noGrp="1"/>
          </p:cNvSpPr>
          <p:nvPr>
            <p:ph type="sldNum" sz="quarter" idx="5"/>
          </p:nvPr>
        </p:nvSpPr>
        <p:spPr/>
        <p:txBody>
          <a:bodyPr/>
          <a:lstStyle/>
          <a:p>
            <a:fld id="{CEADE101-41DC-4802-87C5-6BB834BAC733}" type="slidenum">
              <a:rPr lang="en-GB" smtClean="0"/>
              <a:t>4</a:t>
            </a:fld>
            <a:endParaRPr lang="en-GB"/>
          </a:p>
        </p:txBody>
      </p:sp>
    </p:spTree>
    <p:extLst>
      <p:ext uri="{BB962C8B-B14F-4D97-AF65-F5344CB8AC3E}">
        <p14:creationId xmlns:p14="http://schemas.microsoft.com/office/powerpoint/2010/main" val="4076843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Veritas Bank’s vision centers on becoming the most trusted retail banking partner by delivering innovative financial solutions with exemplary service. Its mission emphasizes empowering customers through tailored products, embracing digital transformation, and cultivating long-term relationships based on transparency and respect. Studies show that banks with clear, customer-centric vision and mission statements improve employee engagement by up to 30% and customer loyalty significantly.
Image source: AI-generated
</a:t>
            </a:r>
          </a:p>
        </p:txBody>
      </p:sp>
      <p:sp>
        <p:nvSpPr>
          <p:cNvPr id="4" name="Slide Number Placeholder 3"/>
          <p:cNvSpPr>
            <a:spLocks noGrp="1"/>
          </p:cNvSpPr>
          <p:nvPr>
            <p:ph type="sldNum" sz="quarter" idx="5"/>
          </p:nvPr>
        </p:nvSpPr>
        <p:spPr/>
        <p:txBody>
          <a:bodyPr/>
          <a:lstStyle/>
          <a:p>
            <a:fld id="{CEADE101-41DC-4802-87C5-6BB834BAC733}" type="slidenum">
              <a:rPr lang="en-GB" smtClean="0"/>
              <a:t>5</a:t>
            </a:fld>
            <a:endParaRPr lang="en-GB"/>
          </a:p>
        </p:txBody>
      </p:sp>
    </p:spTree>
    <p:extLst>
      <p:ext uri="{BB962C8B-B14F-4D97-AF65-F5344CB8AC3E}">
        <p14:creationId xmlns:p14="http://schemas.microsoft.com/office/powerpoint/2010/main" val="2934696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Veritas Bank’s cream and light blue color scheme embodies sophistication, trust, and harmony—qualities that resonate strongly in financial services branding. Research indicates that blue hues improve perceived reliability and security, critical in banking, while cream tones add a sense of calm and professionalism. This color palette supports consistent brand recognition across digital, print, and branch environments, reinforcing customer confidence.
Image source: AI-generated
</a:t>
            </a:r>
          </a:p>
        </p:txBody>
      </p:sp>
      <p:sp>
        <p:nvSpPr>
          <p:cNvPr id="4" name="Slide Number Placeholder 3"/>
          <p:cNvSpPr>
            <a:spLocks noGrp="1"/>
          </p:cNvSpPr>
          <p:nvPr>
            <p:ph type="sldNum" sz="quarter" idx="5"/>
          </p:nvPr>
        </p:nvSpPr>
        <p:spPr/>
        <p:txBody>
          <a:bodyPr/>
          <a:lstStyle/>
          <a:p>
            <a:fld id="{CEADE101-41DC-4802-87C5-6BB834BAC733}" type="slidenum">
              <a:rPr lang="en-GB" smtClean="0"/>
              <a:t>6</a:t>
            </a:fld>
            <a:endParaRPr lang="en-GB"/>
          </a:p>
        </p:txBody>
      </p:sp>
    </p:spTree>
    <p:extLst>
      <p:ext uri="{BB962C8B-B14F-4D97-AF65-F5344CB8AC3E}">
        <p14:creationId xmlns:p14="http://schemas.microsoft.com/office/powerpoint/2010/main" val="1493758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Veritas Bank offers a comprehensive range of personal banking products, including checking and savings accounts, personal loans, mortgages, and credit cards featuring competitive interest rates and flexible terms. According to recent market analysis, the bank’s personal loan portfolio grew by 12% year-over-year, driven by tailored lending criteria and enhanced customer underwriting processes. Product bundling strategies have increased cross-selling rates by 25%, improving customer lifetime value.
Image source: AI-generated
</a:t>
            </a:r>
          </a:p>
        </p:txBody>
      </p:sp>
      <p:sp>
        <p:nvSpPr>
          <p:cNvPr id="4" name="Slide Number Placeholder 3"/>
          <p:cNvSpPr>
            <a:spLocks noGrp="1"/>
          </p:cNvSpPr>
          <p:nvPr>
            <p:ph type="sldNum" sz="quarter" idx="5"/>
          </p:nvPr>
        </p:nvSpPr>
        <p:spPr/>
        <p:txBody>
          <a:bodyPr/>
          <a:lstStyle/>
          <a:p>
            <a:fld id="{CEADE101-41DC-4802-87C5-6BB834BAC733}" type="slidenum">
              <a:rPr lang="en-GB" smtClean="0"/>
              <a:t>7</a:t>
            </a:fld>
            <a:endParaRPr lang="en-GB"/>
          </a:p>
        </p:txBody>
      </p:sp>
    </p:spTree>
    <p:extLst>
      <p:ext uri="{BB962C8B-B14F-4D97-AF65-F5344CB8AC3E}">
        <p14:creationId xmlns:p14="http://schemas.microsoft.com/office/powerpoint/2010/main" val="2600281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6EF1E-3E87-C253-6C3A-09592C67E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23356-B117-A73A-5476-7CDCB8C58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A90E8-85B3-8D13-F271-C70683D6D0C0}"/>
              </a:ext>
            </a:extLst>
          </p:cNvPr>
          <p:cNvSpPr>
            <a:spLocks noGrp="1"/>
          </p:cNvSpPr>
          <p:nvPr>
            <p:ph type="body" idx="1"/>
          </p:nvPr>
        </p:nvSpPr>
        <p:spPr/>
        <p:txBody>
          <a:bodyPr/>
          <a:lstStyle/>
          <a:p>
            <a:r>
              <a:rPr lang="en-GB"/>
              <a:t>
---
Veritas Bank offers a comprehensive range of personal banking products, including checking and savings accounts, personal loans, mortgages, and credit cards featuring competitive interest rates and flexible terms. According to recent market analysis, the bank’s personal loan portfolio grew by 12% year-over-year, driven by tailored lending criteria and enhanced customer underwriting processes. Product bundling strategies have increased cross-selling rates by 25%, improving customer lifetime value.
Image source: AI-generated
</a:t>
            </a:r>
          </a:p>
        </p:txBody>
      </p:sp>
      <p:sp>
        <p:nvSpPr>
          <p:cNvPr id="4" name="Slide Number Placeholder 3">
            <a:extLst>
              <a:ext uri="{FF2B5EF4-FFF2-40B4-BE49-F238E27FC236}">
                <a16:creationId xmlns:a16="http://schemas.microsoft.com/office/drawing/2014/main" id="{E9346438-97DB-522B-2046-CEB776721C42}"/>
              </a:ext>
            </a:extLst>
          </p:cNvPr>
          <p:cNvSpPr>
            <a:spLocks noGrp="1"/>
          </p:cNvSpPr>
          <p:nvPr>
            <p:ph type="sldNum" sz="quarter" idx="5"/>
          </p:nvPr>
        </p:nvSpPr>
        <p:spPr/>
        <p:txBody>
          <a:bodyPr/>
          <a:lstStyle/>
          <a:p>
            <a:fld id="{CEADE101-41DC-4802-87C5-6BB834BAC733}" type="slidenum">
              <a:rPr lang="en-GB" smtClean="0"/>
              <a:t>8</a:t>
            </a:fld>
            <a:endParaRPr lang="en-GB"/>
          </a:p>
        </p:txBody>
      </p:sp>
    </p:spTree>
    <p:extLst>
      <p:ext uri="{BB962C8B-B14F-4D97-AF65-F5344CB8AC3E}">
        <p14:creationId xmlns:p14="http://schemas.microsoft.com/office/powerpoint/2010/main" val="4074650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The bank’s digital banking platforms serve over 70% of customers monthly through mobile apps and online portals, offering 24/7 account access, bill payments, and personalized financial management tools. User satisfaction ratings for mobile banking surpassed 90% in independent surveys, reflecting ease of use and robust security features, including biometric authentication and real-time fraud monitoring. Digital adoption accelerated by 40% during the pandemic, underscoring the importance of seamless online experiences.
Image source: AI-generated
</a:t>
            </a:r>
          </a:p>
        </p:txBody>
      </p:sp>
      <p:sp>
        <p:nvSpPr>
          <p:cNvPr id="4" name="Slide Number Placeholder 3"/>
          <p:cNvSpPr>
            <a:spLocks noGrp="1"/>
          </p:cNvSpPr>
          <p:nvPr>
            <p:ph type="sldNum" sz="quarter" idx="5"/>
          </p:nvPr>
        </p:nvSpPr>
        <p:spPr/>
        <p:txBody>
          <a:bodyPr/>
          <a:lstStyle/>
          <a:p>
            <a:fld id="{CEADE101-41DC-4802-87C5-6BB834BAC733}" type="slidenum">
              <a:rPr lang="en-GB" smtClean="0"/>
              <a:t>9</a:t>
            </a:fld>
            <a:endParaRPr lang="en-GB"/>
          </a:p>
        </p:txBody>
      </p:sp>
    </p:spTree>
    <p:extLst>
      <p:ext uri="{BB962C8B-B14F-4D97-AF65-F5344CB8AC3E}">
        <p14:creationId xmlns:p14="http://schemas.microsoft.com/office/powerpoint/2010/main" val="2909257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Innovations like AI-powered personal financial advisors, real-time spending notifications, and customizable account alerts exemplify Veritas Bank’s customer-first approach. Over 60% of users engage monthly with these features, improving financial literacy and budgeting discipline. The bank’s innovation lab collaborates with fintech startups to pilot emerging technologies, contributing to a 15% increase in product innovation index scores compared to peers.
Image source: AI-generated
</a:t>
            </a:r>
          </a:p>
        </p:txBody>
      </p:sp>
      <p:sp>
        <p:nvSpPr>
          <p:cNvPr id="4" name="Slide Number Placeholder 3"/>
          <p:cNvSpPr>
            <a:spLocks noGrp="1"/>
          </p:cNvSpPr>
          <p:nvPr>
            <p:ph type="sldNum" sz="quarter" idx="5"/>
          </p:nvPr>
        </p:nvSpPr>
        <p:spPr/>
        <p:txBody>
          <a:bodyPr/>
          <a:lstStyle/>
          <a:p>
            <a:fld id="{CEADE101-41DC-4802-87C5-6BB834BAC733}" type="slidenum">
              <a:rPr lang="en-GB" smtClean="0"/>
              <a:t>10</a:t>
            </a:fld>
            <a:endParaRPr lang="en-GB"/>
          </a:p>
        </p:txBody>
      </p:sp>
    </p:spTree>
    <p:extLst>
      <p:ext uri="{BB962C8B-B14F-4D97-AF65-F5344CB8AC3E}">
        <p14:creationId xmlns:p14="http://schemas.microsoft.com/office/powerpoint/2010/main" val="3363512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The bank’s loyalty program includes points on debit and credit card spending, cash-back offers, and exclusive partner discounts, enhancing customer stickiness. Data shows members of loyalty programs have a 35% higher product holding rate and 22% greater account longevity. Seasonal promotional campaigns and tiered rewards increase program engagement, contributing to an average 10% revenue uplift per loyalty segment annually.
Image source: AI-generated
</a:t>
            </a:r>
          </a:p>
        </p:txBody>
      </p:sp>
      <p:sp>
        <p:nvSpPr>
          <p:cNvPr id="4" name="Slide Number Placeholder 3"/>
          <p:cNvSpPr>
            <a:spLocks noGrp="1"/>
          </p:cNvSpPr>
          <p:nvPr>
            <p:ph type="sldNum" sz="quarter" idx="5"/>
          </p:nvPr>
        </p:nvSpPr>
        <p:spPr/>
        <p:txBody>
          <a:bodyPr/>
          <a:lstStyle/>
          <a:p>
            <a:fld id="{CEADE101-41DC-4802-87C5-6BB834BAC733}" type="slidenum">
              <a:rPr lang="en-GB" smtClean="0"/>
              <a:t>11</a:t>
            </a:fld>
            <a:endParaRPr lang="en-GB"/>
          </a:p>
        </p:txBody>
      </p:sp>
    </p:spTree>
    <p:extLst>
      <p:ext uri="{BB962C8B-B14F-4D97-AF65-F5344CB8AC3E}">
        <p14:creationId xmlns:p14="http://schemas.microsoft.com/office/powerpoint/2010/main" val="291540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Regular customer satisfaction surveys reveal a Net Promoter Score (NPS) consistently above 50, indicating strong advocacy. Support services operate via multi-channel systems including chatbots, phone, and in-branch assistance, resolving over 85% of inquiries on first contact. Veritas Bank employs agile feedback loops to integrate customer insights into product development, reducing time-to-market by 25% for new features.
Image source: AI-generated
</a:t>
            </a:r>
          </a:p>
        </p:txBody>
      </p:sp>
      <p:sp>
        <p:nvSpPr>
          <p:cNvPr id="4" name="Slide Number Placeholder 3"/>
          <p:cNvSpPr>
            <a:spLocks noGrp="1"/>
          </p:cNvSpPr>
          <p:nvPr>
            <p:ph type="sldNum" sz="quarter" idx="5"/>
          </p:nvPr>
        </p:nvSpPr>
        <p:spPr/>
        <p:txBody>
          <a:bodyPr/>
          <a:lstStyle/>
          <a:p>
            <a:fld id="{CEADE101-41DC-4802-87C5-6BB834BAC733}" type="slidenum">
              <a:rPr lang="en-GB" smtClean="0"/>
              <a:t>12</a:t>
            </a:fld>
            <a:endParaRPr lang="en-GB"/>
          </a:p>
        </p:txBody>
      </p:sp>
    </p:spTree>
    <p:extLst>
      <p:ext uri="{BB962C8B-B14F-4D97-AF65-F5344CB8AC3E}">
        <p14:creationId xmlns:p14="http://schemas.microsoft.com/office/powerpoint/2010/main" val="874222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
Veritas Bank maintains rigorous compliance with regulatory standards and an open disclosure policy about fees and practices. Ethical banking initiatives include responsible lending, anti-money laundering programs, and transparent communication with stakeholders. Annual transparency reports and third-party audits affirm the bank’s dedication to trustworthiness, with a 95% compliance rating in the latest regulatory review.
Image source: AI-generated
</a:t>
            </a:r>
          </a:p>
        </p:txBody>
      </p:sp>
      <p:sp>
        <p:nvSpPr>
          <p:cNvPr id="4" name="Slide Number Placeholder 3"/>
          <p:cNvSpPr>
            <a:spLocks noGrp="1"/>
          </p:cNvSpPr>
          <p:nvPr>
            <p:ph type="sldNum" sz="quarter" idx="5"/>
          </p:nvPr>
        </p:nvSpPr>
        <p:spPr/>
        <p:txBody>
          <a:bodyPr/>
          <a:lstStyle/>
          <a:p>
            <a:fld id="{CEADE101-41DC-4802-87C5-6BB834BAC733}" type="slidenum">
              <a:rPr lang="en-GB" smtClean="0"/>
              <a:t>13</a:t>
            </a:fld>
            <a:endParaRPr lang="en-GB"/>
          </a:p>
        </p:txBody>
      </p:sp>
    </p:spTree>
    <p:extLst>
      <p:ext uri="{BB962C8B-B14F-4D97-AF65-F5344CB8AC3E}">
        <p14:creationId xmlns:p14="http://schemas.microsoft.com/office/powerpoint/2010/main" val="819287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In summary, Veritas Bank embodies a strong vision and brand identity, delivering innovative personal and digital banking solutions. The bank's personalised customer service, loyalty programmes, and commitment to ethical practices reinforce its dedication to clients and communities. Looking forward, Veritas Bank is well-positioned for sustainable growth and continued excellence in retail banking.</a:t>
            </a:r>
          </a:p>
        </p:txBody>
      </p:sp>
      <p:sp>
        <p:nvSpPr>
          <p:cNvPr id="4" name="Slide Number Placeholder 3"/>
          <p:cNvSpPr>
            <a:spLocks noGrp="1"/>
          </p:cNvSpPr>
          <p:nvPr>
            <p:ph type="sldNum" sz="quarter" idx="5"/>
          </p:nvPr>
        </p:nvSpPr>
        <p:spPr/>
        <p:txBody>
          <a:bodyPr/>
          <a:lstStyle/>
          <a:p>
            <a:fld id="{CEADE101-41DC-4802-87C5-6BB834BAC733}" type="slidenum">
              <a:rPr lang="en-GB" smtClean="0"/>
              <a:t>14</a:t>
            </a:fld>
            <a:endParaRPr lang="en-GB"/>
          </a:p>
        </p:txBody>
      </p:sp>
    </p:spTree>
    <p:extLst>
      <p:ext uri="{BB962C8B-B14F-4D97-AF65-F5344CB8AC3E}">
        <p14:creationId xmlns:p14="http://schemas.microsoft.com/office/powerpoint/2010/main" val="21835457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1">
              <a:rPr lang="en-US" smtClean="0"/>
              <a:t>2/20/2026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55058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54219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703AEE2D-28E0-27BB-C888-0E680A8672DD}"/>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A4559E1C-1A97-34BF-0042-9A52A91DA7B8}"/>
              </a:ext>
            </a:extLst>
          </p:cNvPr>
          <p:cNvSpPr>
            <a:spLocks noGrp="1"/>
          </p:cNvSpPr>
          <p:nvPr>
            <p:ph type="pic" sz="quarter" idx="13" hasCustomPrompt="1"/>
          </p:nvPr>
        </p:nvSpPr>
        <p:spPr>
          <a:xfrm>
            <a:off x="0" y="0"/>
            <a:ext cx="8077200" cy="5486400"/>
          </a:xfrm>
          <a:custGeom>
            <a:avLst/>
            <a:gdLst>
              <a:gd name="connsiteX0" fmla="*/ 0 w 8077200"/>
              <a:gd name="connsiteY0" fmla="*/ 0 h 5486400"/>
              <a:gd name="connsiteX1" fmla="*/ 8077200 w 8077200"/>
              <a:gd name="connsiteY1" fmla="*/ 0 h 5486400"/>
              <a:gd name="connsiteX2" fmla="*/ 8077200 w 8077200"/>
              <a:gd name="connsiteY2" fmla="*/ 3429000 h 5486400"/>
              <a:gd name="connsiteX3" fmla="*/ 4003452 w 8077200"/>
              <a:gd name="connsiteY3" fmla="*/ 3429000 h 5486400"/>
              <a:gd name="connsiteX4" fmla="*/ 4003452 w 8077200"/>
              <a:gd name="connsiteY4" fmla="*/ 5486400 h 5486400"/>
              <a:gd name="connsiteX5" fmla="*/ 0 w 8077200"/>
              <a:gd name="connsiteY5" fmla="*/ 548640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77200" h="5486400">
                <a:moveTo>
                  <a:pt x="0" y="0"/>
                </a:moveTo>
                <a:lnTo>
                  <a:pt x="8077200" y="0"/>
                </a:lnTo>
                <a:lnTo>
                  <a:pt x="8077200" y="3429000"/>
                </a:lnTo>
                <a:lnTo>
                  <a:pt x="4003452" y="3429000"/>
                </a:lnTo>
                <a:lnTo>
                  <a:pt x="4003452" y="5486400"/>
                </a:lnTo>
                <a:lnTo>
                  <a:pt x="0" y="54864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004737" y="3339967"/>
            <a:ext cx="6838935" cy="2657530"/>
          </a:xfrm>
          <a:solidFill>
            <a:schemeClr val="bg2"/>
          </a:solidFill>
        </p:spPr>
        <p:txBody>
          <a:bodyPr vert="horz" lIns="137160" tIns="228600" rIns="91440" bIns="137160" rtlCol="0" anchor="t">
            <a:normAutofit/>
          </a:bodyPr>
          <a:lstStyle>
            <a:lvl1pPr>
              <a:lnSpc>
                <a:spcPct val="80000"/>
              </a:lnSpc>
              <a:defRPr lang="en-US" sz="68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4004737" y="5997496"/>
            <a:ext cx="6881278" cy="582705"/>
          </a:xfrm>
        </p:spPr>
        <p:txBody>
          <a:bodyPr vert="horz" lIns="164592" tIns="45720" rIns="91440" bIns="45720" rtlCol="0">
            <a:normAutofit/>
          </a:bodyPr>
          <a:lstStyle>
            <a:lvl1pPr marL="0" indent="0">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465270" y="446266"/>
            <a:ext cx="3156629" cy="582705"/>
          </a:xfrm>
          <a:solidFill>
            <a:schemeClr val="bg2"/>
          </a:solidFill>
        </p:spPr>
        <p:txBody>
          <a:bodyPr anchor="ct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0996" y="5229935"/>
            <a:ext cx="1223793" cy="365125"/>
          </a:xfrm>
          <a:solidFill>
            <a:schemeClr val="bg2"/>
          </a:solidFill>
        </p:spPr>
        <p:txBody>
          <a:bodyPr rIns="182880"/>
          <a:lstStyle/>
          <a:p>
            <a:fld id="{FA9F19E7-5A41-482B-8FA2-1C0353416DB6}" type="datetime1">
              <a:rPr lang="en-US" smtClean="0"/>
              <a:t>2/20/2026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19688" y="6029868"/>
            <a:ext cx="429372"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764563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1">
              <a:rPr lang="en-US" smtClean="0"/>
              <a:t>2/20/2026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Sample Footer Text</a:t>
            </a:r>
          </a:p>
        </p:txBody>
      </p:sp>
    </p:spTree>
    <p:extLst>
      <p:ext uri="{BB962C8B-B14F-4D97-AF65-F5344CB8AC3E}">
        <p14:creationId xmlns:p14="http://schemas.microsoft.com/office/powerpoint/2010/main" val="610434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87188" y="1339110"/>
            <a:ext cx="0" cy="33528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923544" y="6212428"/>
            <a:ext cx="10326625"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Lst>
          </p:cNvPr>
          <p:cNvSpPr>
            <a:spLocks noGrp="1"/>
          </p:cNvSpPr>
          <p:nvPr>
            <p:ph type="pic" sz="quarter" idx="14" hasCustomPrompt="1"/>
          </p:nvPr>
        </p:nvSpPr>
        <p:spPr>
          <a:xfrm>
            <a:off x="4800600" y="1371600"/>
            <a:ext cx="6705599" cy="4191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500213" y="3447288"/>
            <a:ext cx="5852160" cy="3072792"/>
          </a:xfrm>
          <a:solidFill>
            <a:schemeClr val="bg2"/>
          </a:solidFill>
        </p:spPr>
        <p:txBody>
          <a:bodyPr vert="horz" lIns="182880" tIns="45720" rIns="228600" bIns="91440" rtlCol="0" anchor="b">
            <a:normAutofit/>
          </a:bodyPr>
          <a:lstStyle>
            <a:lvl1pPr>
              <a:lnSpc>
                <a:spcPct val="80000"/>
              </a:lnSpc>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92362" y="612648"/>
            <a:ext cx="3248116" cy="758952"/>
          </a:xfrm>
          <a:solidFill>
            <a:schemeClr val="bg2"/>
          </a:solidFill>
        </p:spPr>
        <p:txBody>
          <a:bodyPr vert="horz" lIns="91440" tIns="45720" rIns="91440" bIns="45720" rtlCol="0">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763000" y="620267"/>
            <a:ext cx="2854926" cy="443682"/>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9973610" y="6055170"/>
            <a:ext cx="1256738" cy="365125"/>
          </a:xfrm>
          <a:solidFill>
            <a:schemeClr val="bg2"/>
          </a:solidFill>
        </p:spPr>
        <p:txBody>
          <a:bodyPr/>
          <a:lstStyle/>
          <a:p>
            <a:fld id="{4C6CA39F-8041-4925-BD95-F0F6BD0D2137}" type="datetime1">
              <a:rPr lang="en-US" smtClean="0"/>
              <a:t>2/20/2026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30348" y="6055170"/>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40334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0489" y="1054208"/>
            <a:ext cx="0" cy="47819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73753" y="355601"/>
            <a:ext cx="8275505" cy="1693334"/>
          </a:xfrm>
          <a:noFill/>
        </p:spPr>
        <p:txBody>
          <a:bodyPr vert="horz" lIns="91440" tIns="45720" rIns="91440" bIns="137160" rtlCol="0" anchor="b">
            <a:normAutofit/>
          </a:bodyPr>
          <a:lstStyle>
            <a:lvl1pPr>
              <a:lnSpc>
                <a:spcPct val="80000"/>
              </a:lnSpc>
              <a:defRPr lang="en-US" sz="5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73752" y="1902527"/>
            <a:ext cx="8275504" cy="49802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1" y="2441123"/>
            <a:ext cx="10495289" cy="4416877"/>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753600" y="613218"/>
            <a:ext cx="1865242" cy="535746"/>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80856" y="5137717"/>
            <a:ext cx="1256738" cy="365125"/>
          </a:xfrm>
          <a:solidFill>
            <a:schemeClr val="bg2"/>
          </a:solidFill>
        </p:spPr>
        <p:txBody>
          <a:bodyPr/>
          <a:lstStyle/>
          <a:p>
            <a:fld id="{A198F7BC-ABFF-4CAB-9ECC-8B1B0BCD965C}" type="datetime1">
              <a:rPr lang="en-US" smtClean="0"/>
              <a:t>2/20/2026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186803" y="6029867"/>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816095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2284" y="760367"/>
            <a:ext cx="0" cy="538734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34070" y="4370832"/>
            <a:ext cx="9546250" cy="1668980"/>
          </a:xfrm>
          <a:solidFill>
            <a:schemeClr val="bg2"/>
          </a:solidFill>
        </p:spPr>
        <p:txBody>
          <a:bodyPr vert="horz" lIns="91440" tIns="45720" rIns="91440" bIns="0" rtlCol="0" anchor="b">
            <a:normAutofit/>
          </a:bodyPr>
          <a:lstStyle>
            <a:lvl1pPr>
              <a:lnSpc>
                <a:spcPct val="80000"/>
              </a:lnSpc>
              <a:defRPr lang="en-US" sz="66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34070" y="6055054"/>
            <a:ext cx="9546250" cy="47376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0" y="1"/>
            <a:ext cx="10820400" cy="41148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rot="5400000">
            <a:off x="10667029" y="1260113"/>
            <a:ext cx="1678344" cy="365125"/>
          </a:xfrm>
          <a:solidFill>
            <a:schemeClr val="bg2"/>
          </a:solid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961764" y="5297730"/>
            <a:ext cx="1091183" cy="365128"/>
          </a:xfrm>
          <a:solidFill>
            <a:schemeClr val="bg2"/>
          </a:solidFill>
        </p:spPr>
        <p:txBody>
          <a:bodyPr/>
          <a:lstStyle/>
          <a:p>
            <a:fld id="{3939EC85-F003-4305-AB12-223D18998537}" type="datetime1">
              <a:rPr lang="en-US" smtClean="0"/>
              <a:t>2/20/2026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25781" y="6029867"/>
            <a:ext cx="422461"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838667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238427E1-A276-BBD2-B377-380EC166BB79}"/>
              </a:ext>
              <a:ext uri="{C183D7F6-B498-43B3-948B-1728B52AA6E4}">
                <adec:decorative xmlns:adec="http://schemas.microsoft.com/office/drawing/2017/decorative" val="1"/>
              </a:ext>
            </a:extLst>
          </p:cNvPr>
          <p:cNvCxnSpPr>
            <a:cxnSpLocks/>
          </p:cNvCxnSpPr>
          <p:nvPr/>
        </p:nvCxnSpPr>
        <p:spPr>
          <a:xfrm>
            <a:off x="689066" y="1014984"/>
            <a:ext cx="0" cy="4471416"/>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7434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9006837" cy="3776472"/>
          </a:xfrm>
          <a:solidFill>
            <a:schemeClr val="bg2"/>
          </a:solidFill>
        </p:spPr>
        <p:txBody>
          <a:bodyPr vert="horz" lIns="91440" tIns="45720" rIns="91440" bIns="137160" rtlCol="0" anchor="t">
            <a:normAutofit/>
          </a:bodyPr>
          <a:lstStyle>
            <a:lvl1pPr>
              <a:lnSpc>
                <a:spcPct val="80000"/>
              </a:lnSpc>
              <a:defRPr lang="en-US" sz="8000" spc="-100" baseline="0" dirty="0">
                <a:solidFill>
                  <a:schemeClr val="accent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29194" y="5496339"/>
            <a:ext cx="3585604" cy="771684"/>
          </a:xfrm>
        </p:spPr>
        <p:txBody>
          <a:bodyPr vert="horz" lIns="91440" tIns="45720" rIns="91440" bIns="45720" rtlCol="0" anchor="b">
            <a:normAutofit/>
          </a:bodyPr>
          <a:lstStyle>
            <a:lvl1pPr marL="0" indent="0">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87335"/>
            <a:ext cx="2474835" cy="496639"/>
          </a:xfrm>
          <a:noFill/>
        </p:spPr>
        <p:txBody>
          <a:bodyPr/>
          <a:lstStyle>
            <a:lvl1pPr algn="r">
              <a:defRPr sz="1050"/>
            </a:lvl1pPr>
          </a:lstStyle>
          <a:p>
            <a:r>
              <a:rPr lang="en-US" dirty="0"/>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06866CBB-6F1F-436D-A8C6-FABC4CF2B536}" type="datetime1">
              <a:rPr lang="en-US" smtClean="0"/>
              <a:t>2/20/2026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02215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1">
              <a:rPr lang="en-US" smtClean="0"/>
              <a:t>2/20/2026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157744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28700"/>
            <a:ext cx="0" cy="480517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9"/>
            <a:ext cx="9197667" cy="4743474"/>
          </a:xfrm>
          <a:noFill/>
        </p:spPr>
        <p:txBody>
          <a:bodyPr vert="horz" lIns="91440" tIns="45720" rIns="91440" bIns="137160" rtlCol="0" anchor="t">
            <a:normAutofit/>
          </a:bodyPr>
          <a:lstStyle>
            <a:lvl1pPr>
              <a:lnSpc>
                <a:spcPct val="80000"/>
              </a:lnSpc>
              <a:defRPr lang="en-US" sz="11500" spc="-100" baseline="0" dirty="0">
                <a:solidFill>
                  <a:schemeClr val="bg2">
                    <a:lumMod val="75000"/>
                  </a:schemeClr>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84851" y="5486400"/>
            <a:ext cx="3834743" cy="771684"/>
          </a:xfrm>
        </p:spPr>
        <p:txBody>
          <a:bodyPr vert="horz" lIns="91440" tIns="45720" rIns="91440" bIns="45720" rtlCol="0" anchor="b">
            <a:normAutofit/>
          </a:bodyPr>
          <a:lstStyle>
            <a:lvl1pPr marL="0" indent="0">
              <a:buNone/>
              <a:defRPr lang="en-US" sz="1600" cap="all" spc="100" baseline="0" dirty="0">
                <a:solidFill>
                  <a:schemeClr val="accent1"/>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334826" y="463480"/>
            <a:ext cx="2287073" cy="549316"/>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93C8270A-2846-4BCB-A403-59E7E90A2BA8}" type="datetime1">
              <a:rPr lang="en-US" smtClean="0"/>
              <a:t>2/20/2026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178542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1">
              <a:rPr lang="en-US" smtClean="0"/>
              <a:t>2/20/2026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088070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a:off x="11506200" y="868362"/>
            <a:ext cx="0" cy="5270021"/>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8907FF6-0445-6CA3-7211-D4B7444D7BC9}"/>
              </a:ext>
            </a:extLst>
          </p:cNvPr>
          <p:cNvSpPr>
            <a:spLocks noGrp="1"/>
          </p:cNvSpPr>
          <p:nvPr>
            <p:ph type="title" hasCustomPrompt="1"/>
          </p:nvPr>
        </p:nvSpPr>
        <p:spPr>
          <a:xfrm>
            <a:off x="185877" y="1062360"/>
            <a:ext cx="9948723" cy="5762371"/>
          </a:xfrm>
          <a:noFill/>
        </p:spPr>
        <p:txBody>
          <a:bodyPr bIns="0" anchor="b">
            <a:normAutofit/>
          </a:bodyPr>
          <a:lstStyle>
            <a:lvl1pPr>
              <a:lnSpc>
                <a:spcPct val="80000"/>
              </a:lnSpc>
              <a:defRPr sz="11500" spc="-170" baseline="0">
                <a:ln>
                  <a:noFill/>
                </a:ln>
                <a:solidFill>
                  <a:schemeClr val="accent2">
                    <a:lumMod val="60000"/>
                    <a:lumOff val="40000"/>
                    <a:alpha val="80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xfrm>
            <a:off x="9677400" y="618213"/>
            <a:ext cx="1941441" cy="444147"/>
          </a:xfrm>
          <a:solidFill>
            <a:schemeClr val="accent1"/>
          </a:solidFill>
        </p:spPr>
        <p:txBody>
          <a:bodyPr anchor="t"/>
          <a:lstStyle>
            <a:lvl1pPr algn="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xfrm>
            <a:off x="10134600" y="5991663"/>
            <a:ext cx="1079954" cy="365125"/>
          </a:xfrm>
          <a:solidFill>
            <a:schemeClr val="accent1"/>
          </a:solidFill>
        </p:spPr>
        <p:txBody>
          <a:bodyPr/>
          <a:lstStyle>
            <a:lvl1pPr>
              <a:defRPr>
                <a:solidFill>
                  <a:schemeClr val="bg1"/>
                </a:solidFill>
              </a:defRPr>
            </a:lvl1pPr>
          </a:lstStyle>
          <a:p>
            <a:fld id="{3FC4DBFB-5124-40F9-A2E3-2D0FD410E55D}" type="datetime1">
              <a:rPr lang="en-US" smtClean="0"/>
              <a:t>2/20/2026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xfrm>
            <a:off x="11210544" y="5991663"/>
            <a:ext cx="429372" cy="365125"/>
          </a:xfrm>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859642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425021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856624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0" y="0"/>
            <a:ext cx="12191997"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098960" y="3429002"/>
            <a:ext cx="11093040" cy="34289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a:off x="11506200" y="685800"/>
            <a:ext cx="0" cy="54864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1"/>
            <a:ext cx="8320359" cy="2204720"/>
          </a:xfrm>
          <a:noFill/>
        </p:spPr>
        <p:txBody>
          <a:bodyPr anchor="t">
            <a:normAutofit/>
          </a:bodyPr>
          <a:lstStyle>
            <a:lvl1pPr>
              <a:defRPr sz="12400">
                <a:solidFill>
                  <a:schemeClr val="bg2"/>
                </a:solidFill>
              </a:defRPr>
            </a:lvl1pPr>
          </a:lstStyle>
          <a:p>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561444" y="612065"/>
            <a:ext cx="2057397" cy="489061"/>
          </a:xfrm>
          <a:solidFill>
            <a:schemeClr val="bg2">
              <a:lumMod val="90000"/>
            </a:schemeClr>
          </a:solidFill>
        </p:spPr>
        <p:txBody>
          <a:bodyPr anchor="t"/>
          <a:lstStyle>
            <a:lvl1pPr algn="r">
              <a:defRPr sz="1050"/>
            </a:lvl1pPr>
          </a:lstStyle>
          <a:p>
            <a:r>
              <a:rPr lang="en-US"/>
              <a:t>Sample Footer Text</a:t>
            </a:r>
          </a:p>
        </p:txBody>
      </p:sp>
      <p:sp>
        <p:nvSpPr>
          <p:cNvPr id="12" name="Picture Placeholder 11">
            <a:extLst>
              <a:ext uri="{FF2B5EF4-FFF2-40B4-BE49-F238E27FC236}">
                <a16:creationId xmlns:a16="http://schemas.microsoft.com/office/drawing/2014/main" id="{45746446-87C7-9BD2-BA30-C87D25C67AAA}"/>
              </a:ext>
            </a:extLst>
          </p:cNvPr>
          <p:cNvSpPr>
            <a:spLocks noGrp="1"/>
          </p:cNvSpPr>
          <p:nvPr>
            <p:ph type="pic" sz="quarter" idx="13" hasCustomPrompt="1"/>
          </p:nvPr>
        </p:nvSpPr>
        <p:spPr>
          <a:xfrm>
            <a:off x="1098550" y="3429000"/>
            <a:ext cx="3702050" cy="3443288"/>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51231" y="3904090"/>
            <a:ext cx="5805964" cy="2268110"/>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57816" y="5888658"/>
            <a:ext cx="1256738" cy="545500"/>
          </a:xfrm>
          <a:noFill/>
        </p:spPr>
        <p:txBody>
          <a:bodyPr/>
          <a:lstStyle/>
          <a:p>
            <a:fld id="{CF3028B4-C775-4D6E-9ECF-E9C671E76E75}"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5888658"/>
            <a:ext cx="429372" cy="545500"/>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0425931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800915" y="1001865"/>
            <a:ext cx="4683538" cy="1596220"/>
          </a:xfrm>
          <a:noFill/>
        </p:spPr>
        <p:txBody>
          <a:bodyPr anchor="b"/>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804557" y="3192236"/>
            <a:ext cx="4679897" cy="169439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A3EC7C9B-995E-4643-8C14-3CF0B0A04E72}"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64C8F070-E2F8-52B0-F70E-3C62AB5B4E40}"/>
              </a:ext>
              <a:ext uri="{C183D7F6-B498-43B3-948B-1728B52AA6E4}">
                <adec:decorative xmlns:adec="http://schemas.microsoft.com/office/drawing/2017/decorative" val="1"/>
              </a:ext>
            </a:extLst>
          </p:cNvPr>
          <p:cNvCxnSpPr>
            <a:cxnSpLocks/>
          </p:cNvCxnSpPr>
          <p:nvPr/>
        </p:nvCxnSpPr>
        <p:spPr>
          <a:xfrm flipV="1">
            <a:off x="6130458" y="2598084"/>
            <a:ext cx="3642" cy="47907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30474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2" y="1028700"/>
            <a:ext cx="4381494" cy="1526721"/>
          </a:xfrm>
          <a:noFill/>
        </p:spPr>
        <p:txBody>
          <a:bodyPr anchor="b"/>
          <a:lstStyle>
            <a:lvl1pPr algn="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864680" y="2743200"/>
            <a:ext cx="4035776" cy="2202515"/>
          </a:xfrm>
        </p:spPr>
        <p:txBody>
          <a:bodyPr anchor="b"/>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EB6F6598-C52E-418B-8497-C4DAE4F0985A}"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4DD4A231-1FAB-F0A7-7593-DC4A555F55FB}"/>
              </a:ext>
              <a:ext uri="{C183D7F6-B498-43B3-948B-1728B52AA6E4}">
                <adec:decorative xmlns:adec="http://schemas.microsoft.com/office/drawing/2017/decorative" val="1"/>
              </a:ext>
            </a:extLst>
          </p:cNvPr>
          <p:cNvCxnSpPr>
            <a:cxnSpLocks/>
          </p:cNvCxnSpPr>
          <p:nvPr/>
        </p:nvCxnSpPr>
        <p:spPr>
          <a:xfrm flipV="1">
            <a:off x="5486400" y="2743200"/>
            <a:ext cx="0" cy="2202516"/>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43710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8272343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1027622"/>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1027623"/>
            <a:ext cx="4648200" cy="44845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C3EE3A63-0174-4F36-AB66-61B83C7C9647}"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072482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418390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50915"/>
            <a:ext cx="3054096" cy="171128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026716" y="650915"/>
            <a:ext cx="7479484" cy="5216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E2E51BF4-D56D-4D12-A5A9-E780D160D1C6}"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622781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4426839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553299"/>
            <a:ext cx="8159496" cy="659274"/>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371601"/>
            <a:ext cx="8157568" cy="4654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642D680-A112-485C-AB9D-C4786EC59251}"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9448799" y="0"/>
            <a:ext cx="2743201" cy="55626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5865022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218917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902991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FE64AB8-5CDA-105D-40FF-06105F0CAFAB}"/>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F05651F4-3862-056A-CAA1-54D59C5C0C31}"/>
              </a:ext>
            </a:extLst>
          </p:cNvPr>
          <p:cNvSpPr>
            <a:spLocks noGrp="1"/>
          </p:cNvSpPr>
          <p:nvPr>
            <p:ph type="pic" sz="quarter" idx="13" hasCustomPrompt="1"/>
          </p:nvPr>
        </p:nvSpPr>
        <p:spPr>
          <a:xfrm>
            <a:off x="0" y="0"/>
            <a:ext cx="41148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8999" y="0"/>
            <a:ext cx="6019801" cy="1593908"/>
          </a:xfrm>
        </p:spPr>
        <p:txBody>
          <a:bodyPr lIns="137160" rIns="274320" b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701509" y="1741394"/>
            <a:ext cx="6105157" cy="3843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701508" y="6029868"/>
            <a:ext cx="2020824"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33876A1-EAF9-4915-94FE-FB92EEABD687}"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29866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862314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7719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1242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358608" y="1367622"/>
            <a:ext cx="7171976" cy="44775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flipV="1">
            <a:off x="4495800" y="6210300"/>
            <a:ext cx="7010400" cy="213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35860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3D9CFEE7-1948-428C-8A1B-930C420A85C1}"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135899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190627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2876780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B15A2BF-1AB9-8F23-A598-958473764918}"/>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6705599 w 12192000"/>
              <a:gd name="connsiteY1" fmla="*/ 0 h 6858000"/>
              <a:gd name="connsiteX2" fmla="*/ 6705599 w 12192000"/>
              <a:gd name="connsiteY2" fmla="*/ 5524500 h 6858000"/>
              <a:gd name="connsiteX3" fmla="*/ 12192000 w 12192000"/>
              <a:gd name="connsiteY3" fmla="*/ 5524500 h 6858000"/>
              <a:gd name="connsiteX4" fmla="*/ 121920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6705599" y="0"/>
                </a:lnTo>
                <a:lnTo>
                  <a:pt x="6705599" y="5524500"/>
                </a:lnTo>
                <a:lnTo>
                  <a:pt x="12192000" y="5524500"/>
                </a:lnTo>
                <a:lnTo>
                  <a:pt x="121920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6" y="868363"/>
            <a:ext cx="4301403" cy="105815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2059527"/>
            <a:ext cx="4301403" cy="262079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4680321"/>
            <a:ext cx="1256738" cy="365125"/>
          </a:xfrm>
          <a:noFill/>
        </p:spPr>
        <p:txBody>
          <a:bodyPr/>
          <a:lstStyle>
            <a:lvl1pPr algn="l">
              <a:defRPr/>
            </a:lvl1pPr>
          </a:lstStyle>
          <a:p>
            <a:fld id="{8394C7EB-3255-4C04-9D3B-DA51FDFD7E92}"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46803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991428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67A324D-1E02-47A7-E25C-2977C957FCF5}"/>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371600 h 6858000"/>
              <a:gd name="connsiteX3" fmla="*/ 6705600 w 12192000"/>
              <a:gd name="connsiteY3" fmla="*/ 1371600 h 6858000"/>
              <a:gd name="connsiteX4" fmla="*/ 67056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371600"/>
                </a:lnTo>
                <a:lnTo>
                  <a:pt x="6705600" y="1371600"/>
                </a:lnTo>
                <a:lnTo>
                  <a:pt x="67056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7" y="2201863"/>
            <a:ext cx="4225204" cy="105815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3393027"/>
            <a:ext cx="4225203" cy="247437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18367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6013821"/>
            <a:ext cx="1256738" cy="365125"/>
          </a:xfrm>
          <a:noFill/>
        </p:spPr>
        <p:txBody>
          <a:bodyPr/>
          <a:lstStyle>
            <a:lvl1pPr algn="l">
              <a:defRPr/>
            </a:lvl1pPr>
          </a:lstStyle>
          <a:p>
            <a:fld id="{E396167E-13CB-492D-A43B-8BD084C7EA4B}"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60138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029910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945662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3429000"/>
            <a:ext cx="3081528" cy="2438400"/>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28956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3429000"/>
            <a:ext cx="7391401"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3CF85C1-8AE5-42AC-A9E5-BFA1AA4ECE1A}"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4865745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41214"/>
            <a:ext cx="3072384" cy="2775858"/>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618269"/>
            <a:ext cx="7471769" cy="281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3551884"/>
            <a:ext cx="1907799"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3551884"/>
            <a:ext cx="1179576" cy="365125"/>
          </a:xfrm>
          <a:noFill/>
        </p:spPr>
        <p:txBody>
          <a:bodyPr/>
          <a:lstStyle/>
          <a:p>
            <a:fld id="{F9764A69-0D4A-41EE-B368-4D0114C52684}"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3551884"/>
            <a:ext cx="429372" cy="365125"/>
          </a:xfrm>
          <a:noFill/>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4114800"/>
            <a:ext cx="12191999" cy="27432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442474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1371599"/>
            <a:ext cx="6705602" cy="4191001"/>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4" y="313943"/>
            <a:ext cx="4939201" cy="1281526"/>
          </a:xfrm>
        </p:spPr>
        <p:txBody>
          <a:bodyPr tIns="91440" b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59144" y="1266426"/>
            <a:ext cx="3547056" cy="4296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EC869251-F212-4557-A92A-BBFE6D38B002}"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1570637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Sample Footer Text</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67837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3A8EAE1-78C6-0829-9C7B-07BF40315667}"/>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4114801" cy="4114801"/>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6" y="3666528"/>
            <a:ext cx="3282166" cy="1896071"/>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0337" y="1136232"/>
            <a:ext cx="5777888" cy="47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1783" y="640080"/>
            <a:ext cx="1911096" cy="410486"/>
          </a:xfrm>
        </p:spPr>
        <p:txBody>
          <a:bodyPr anchor="t"/>
          <a:lstStyle>
            <a:lvl1pPr algn="r">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rot="5400000">
            <a:off x="10874790" y="5197321"/>
            <a:ext cx="1289031" cy="365120"/>
          </a:xfrm>
          <a:solidFill>
            <a:schemeClr val="bg1"/>
          </a:solidFill>
        </p:spPr>
        <p:txBody>
          <a:bodyPr rIns="182880"/>
          <a:lstStyle/>
          <a:p>
            <a:fld id="{C26E53DC-2C2B-436E-8F81-6F56D67B2094}"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346761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253191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95138" y="551542"/>
            <a:ext cx="3737426" cy="1490472"/>
          </a:xfrm>
        </p:spPr>
        <p:txBody>
          <a:bodyPr lIns="137160" tIns="137160" anchor="t"/>
          <a:lstStyle>
            <a:lvl1pP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2057400"/>
            <a:ext cx="3429000" cy="41529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1057" y="595083"/>
            <a:ext cx="6981749"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68105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5034" cy="365125"/>
          </a:xfrm>
        </p:spPr>
        <p:txBody>
          <a:bodyPr/>
          <a:lstStyle/>
          <a:p>
            <a:fld id="{1A3891DC-7E15-43B5-BCFB-370696C30398}"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7473835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23861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Number Larg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alpha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9000" y="5042130"/>
            <a:ext cx="8232707" cy="949518"/>
          </a:xfrm>
          <a:noFill/>
        </p:spPr>
        <p:txBody>
          <a:bodyPr anchor="t">
            <a:normAutofit/>
          </a:bodyPr>
          <a:lstStyle>
            <a:lvl1pPr algn="r">
              <a:defRPr sz="3200" b="0" cap="none" baseline="0">
                <a:solidFill>
                  <a:schemeClr val="accent5">
                    <a:lumMod val="75000"/>
                  </a:schemeClr>
                </a:solidFill>
                <a:effectLst/>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anchor="b">
            <a:normAutofit/>
          </a:bodyPr>
          <a:lstStyle>
            <a:lvl1pPr marL="0" indent="0">
              <a:buNone/>
              <a:defRPr sz="28000" spc="-20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8"/>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DC860212-EC80-4550-8977-412BA68CEEAD}"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24739"/>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01570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 preserve="1">
  <p:cSld name="Number Larg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114799" y="5230607"/>
            <a:ext cx="7634369" cy="761041"/>
          </a:xfrm>
          <a:noFill/>
        </p:spPr>
        <p:txBody>
          <a:bodyPr anchor="t"/>
          <a:lstStyle>
            <a:lvl1pPr algn="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bIns="0" anchor="b">
            <a:normAutofit/>
          </a:bodyPr>
          <a:lstStyle>
            <a:lvl1pPr marL="0" indent="0">
              <a:buNone/>
              <a:defRPr sz="31000" spc="-10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1"/>
                </a:solidFill>
              </a:defRPr>
            </a:lvl1pPr>
          </a:lstStyle>
          <a:p>
            <a:fld id="{C58B63FC-A13C-4EAB-9220-41BEA3370D02}"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1"/>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86707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obj" preserve="1">
  <p:cSld name="Number Larg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230607"/>
            <a:ext cx="7948445" cy="761041"/>
          </a:xfrm>
          <a:noFill/>
        </p:spPr>
        <p:txBody>
          <a:bodyPr anchor="t"/>
          <a:lstStyle>
            <a:lvl1pPr algn="r">
              <a:defRPr b="1" spc="100" baseline="0">
                <a:solidFill>
                  <a:schemeClr val="bg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657225"/>
            <a:ext cx="10924355" cy="5887832"/>
          </a:xfrm>
        </p:spPr>
        <p:txBody>
          <a:bodyPr lIns="0" tIns="0" rIns="0" bIns="0" anchor="ctr">
            <a:normAutofit/>
          </a:bodyPr>
          <a:lstStyle>
            <a:lvl1pPr marL="0" indent="0">
              <a:buNone/>
              <a:defRPr sz="31000" spc="-10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4D133BBB-C9BA-478D-ACC3-56E69C31B4D0}"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47716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obj" preserve="1">
  <p:cSld name="Number Larg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122417"/>
            <a:ext cx="7948445" cy="869232"/>
          </a:xfrm>
          <a:noFill/>
        </p:spPr>
        <p:txBody>
          <a:bodyPr anchor="t">
            <a:normAutofit/>
          </a:bodyPr>
          <a:lstStyle>
            <a:lvl1pPr algn="r">
              <a:defRPr sz="2800" b="0" spc="100" baseline="0">
                <a:solidFill>
                  <a:schemeClr val="bg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anchor="b">
            <a:normAutofit/>
          </a:bodyPr>
          <a:lstStyle>
            <a:lvl1pPr marL="0" indent="0">
              <a:spcBef>
                <a:spcPts val="0"/>
              </a:spcBef>
              <a:buNone/>
              <a:defRPr sz="31000" spc="-100" baseline="0">
                <a:ln w="15875">
                  <a:solidFill>
                    <a:schemeClr val="bg2"/>
                  </a:solidFill>
                </a:ln>
                <a:no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263391" y="616226"/>
            <a:ext cx="1352320" cy="412474"/>
          </a:xfrm>
          <a:noFill/>
        </p:spPr>
        <p:txBody>
          <a:bodyPr anchor="t"/>
          <a:lstStyle>
            <a:lvl1pPr algn="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D386BD3A-3427-4776-A455-FF38304F4878}"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9636678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5753406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 preserve="1">
  <p:cSld name="Statem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9666226" cy="4949687"/>
          </a:xfrm>
        </p:spPr>
        <p:txBody>
          <a:bodyPr anchor="b">
            <a:normAutofit/>
          </a:bodyPr>
          <a:lstStyle>
            <a:lvl1pPr marL="0" indent="0">
              <a:lnSpc>
                <a:spcPct val="80000"/>
              </a:lnSpc>
              <a:spcBef>
                <a:spcPts val="0"/>
              </a:spcBef>
              <a:buNone/>
              <a:defRPr sz="7200" cap="all" spc="-100" baseline="0">
                <a:solidFill>
                  <a:schemeClr val="accent2">
                    <a:lumMod val="40000"/>
                    <a:lumOff val="60000"/>
                  </a:schemeClr>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729532"/>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44329"/>
            <a:ext cx="1256738" cy="365125"/>
          </a:xfrm>
          <a:solidFill>
            <a:schemeClr val="accent2"/>
          </a:solidFill>
        </p:spPr>
        <p:txBody>
          <a:bodyPr/>
          <a:lstStyle>
            <a:lvl1pPr>
              <a:defRPr>
                <a:solidFill>
                  <a:schemeClr val="bg1"/>
                </a:solidFill>
              </a:defRPr>
            </a:lvl1pPr>
          </a:lstStyle>
          <a:p>
            <a:fld id="{F0400140-9243-4AE1-A76C-D8BD9EF938F5}"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5" y="544329"/>
            <a:ext cx="449721" cy="365125"/>
          </a:xfrm>
          <a:solidFill>
            <a:schemeClr val="accent2"/>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9824540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Statem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2"/>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F978418A-E4AD-4F4D-B99D-9E40C1234D23}"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3060398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obj" preserve="1">
  <p:cSld name="Statem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3"/>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1A57725C-F3FD-4B16-984B-FC904AD58D64}"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009154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Statement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5"/>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accent5">
              <a:lumMod val="40000"/>
              <a:lumOff val="60000"/>
            </a:schemeClr>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accent5">
              <a:lumMod val="40000"/>
              <a:lumOff val="60000"/>
            </a:schemeClr>
          </a:solidFill>
        </p:spPr>
        <p:txBody>
          <a:bodyPr/>
          <a:lstStyle>
            <a:lvl1pPr>
              <a:defRPr>
                <a:solidFill>
                  <a:schemeClr val="tx2"/>
                </a:solidFill>
              </a:defRPr>
            </a:lvl1pPr>
          </a:lstStyle>
          <a:p>
            <a:fld id="{F4C780C6-F0FD-455F-A2B8-0A9691723AFF}"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accent5">
              <a:lumMod val="40000"/>
              <a:lumOff val="60000"/>
            </a:schemeClr>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839793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Sample Footer Text</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1">
              <a:rPr lang="en-US" smtClean="0"/>
              <a:t>2/20/2026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1936303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13" name="Straight Connector 12">
            <a:extLst>
              <a:ext uri="{FF2B5EF4-FFF2-40B4-BE49-F238E27FC236}">
                <a16:creationId xmlns:a16="http://schemas.microsoft.com/office/drawing/2014/main" id="{B4DD8063-0B64-5552-D964-11CA84F7ABD9}"/>
              </a:ext>
              <a:ext uri="{C183D7F6-B498-43B3-948B-1728B52AA6E4}">
                <adec:decorative xmlns:adec="http://schemas.microsoft.com/office/drawing/2017/decorative" val="1"/>
              </a:ext>
            </a:extLst>
          </p:cNvPr>
          <p:cNvCxnSpPr>
            <a:cxnSpLocks/>
          </p:cNvCxnSpPr>
          <p:nvPr/>
        </p:nvCxnSpPr>
        <p:spPr>
          <a:xfrm>
            <a:off x="11082528" y="725556"/>
            <a:ext cx="0" cy="4135136"/>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443564" y="5167222"/>
            <a:ext cx="6789870" cy="679510"/>
          </a:xfrm>
          <a:solidFill>
            <a:schemeClr val="bg2"/>
          </a:solidFill>
        </p:spPr>
        <p:txBody>
          <a:bodyPr tIns="91440" bIns="91440" anchor="ctr">
            <a:normAutofit/>
          </a:bodyPr>
          <a:lstStyle>
            <a:lvl1pPr algn="r">
              <a:defRPr sz="2000" b="1" cap="none" baseline="0">
                <a:solidFill>
                  <a:schemeClr val="accent5"/>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653281" cy="4075044"/>
          </a:xfrm>
        </p:spPr>
        <p:txBody>
          <a:bodyPr>
            <a:normAutofit/>
          </a:bodyPr>
          <a:lstStyle>
            <a:lvl1pPr marL="228600" indent="-228600">
              <a:lnSpc>
                <a:spcPct val="85000"/>
              </a:lnSpc>
              <a:spcBef>
                <a:spcPts val="0"/>
              </a:spcBef>
              <a:buNone/>
              <a:defRPr sz="5400" b="0" cap="all" spc="0" baseline="0">
                <a:solidFill>
                  <a:schemeClr val="accent2"/>
                </a:solidFill>
                <a:latin typeface="+mj-lt"/>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3" y="6029868"/>
            <a:ext cx="1911096" cy="367060"/>
          </a:xfrm>
          <a:noFill/>
        </p:spPr>
        <p:txBody>
          <a:bodyPr anchor="ctr"/>
          <a:lstStyle>
            <a:lvl1pPr algn="l">
              <a:defRPr b="0" spc="0">
                <a:solidFill>
                  <a:schemeClr val="accent5"/>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801193" y="6029868"/>
            <a:ext cx="1439323" cy="365125"/>
          </a:xfrm>
          <a:noFill/>
        </p:spPr>
        <p:txBody>
          <a:bodyPr/>
          <a:lstStyle>
            <a:lvl1pPr algn="r">
              <a:defRPr b="0">
                <a:solidFill>
                  <a:schemeClr val="accent5"/>
                </a:solidFill>
                <a:latin typeface="+mn-lt"/>
              </a:defRPr>
            </a:lvl1pPr>
          </a:lstStyle>
          <a:p>
            <a:fld id="{67891EA0-6E5D-4821-92F4-23CFFDAC5E38}"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3434" y="6029868"/>
            <a:ext cx="429372" cy="365125"/>
          </a:xfrm>
          <a:no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7627585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3439120" y="1202645"/>
            <a:ext cx="5301113" cy="445270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EDCDC8B-43A9-5AA8-8ACB-3F984DC1BEBF}"/>
              </a:ext>
              <a:ext uri="{C183D7F6-B498-43B3-948B-1728B52AA6E4}">
                <adec:decorative xmlns:adec="http://schemas.microsoft.com/office/drawing/2017/decorative" val="1"/>
              </a:ext>
            </a:extLst>
          </p:cNvPr>
          <p:cNvCxnSpPr>
            <a:cxnSpLocks/>
          </p:cNvCxnSpPr>
          <p:nvPr/>
        </p:nvCxnSpPr>
        <p:spPr>
          <a:xfrm flipV="1">
            <a:off x="6096000" y="540251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6096000" y="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963474" y="4659653"/>
            <a:ext cx="4252404" cy="520187"/>
          </a:xfrm>
          <a:noFill/>
        </p:spPr>
        <p:txBody>
          <a:bodyPr anchor="ctr">
            <a:normAutofit/>
          </a:bodyPr>
          <a:lstStyle>
            <a:lvl1pPr algn="ctr">
              <a:defRPr sz="1600">
                <a:solidFill>
                  <a:schemeClr val="accent2"/>
                </a:solidFill>
              </a:defRPr>
            </a:lvl1pPr>
          </a:lstStyle>
          <a:p>
            <a:r>
              <a:rPr lang="en-US" dirty="0"/>
              <a:t>Quote Author</a:t>
            </a:r>
          </a:p>
        </p:txBody>
      </p:sp>
      <p:sp>
        <p:nvSpPr>
          <p:cNvPr id="14" name="Footer Placeholder 13">
            <a:extLst>
              <a:ext uri="{FF2B5EF4-FFF2-40B4-BE49-F238E27FC236}">
                <a16:creationId xmlns:a16="http://schemas.microsoft.com/office/drawing/2014/main" id="{B22420FA-FDBE-1BD5-73B2-9577BE200CF2}"/>
              </a:ext>
            </a:extLst>
          </p:cNvPr>
          <p:cNvSpPr>
            <a:spLocks noGrp="1"/>
          </p:cNvSpPr>
          <p:nvPr>
            <p:ph type="ftr" sz="quarter" idx="11"/>
          </p:nvPr>
        </p:nvSpPr>
        <p:spPr>
          <a:noFill/>
        </p:spPr>
        <p:txBody>
          <a:bodyPr/>
          <a:lstStyle>
            <a:lvl1pPr>
              <a:defRPr b="0">
                <a:solidFill>
                  <a:schemeClr val="accent5"/>
                </a:solidFill>
              </a:defRPr>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2312230" y="1793287"/>
            <a:ext cx="7554892" cy="2494627"/>
          </a:xfrm>
        </p:spPr>
        <p:txBody>
          <a:bodyPr anchor="ctr">
            <a:normAutofit/>
          </a:bodyPr>
          <a:lstStyle>
            <a:lvl1pPr marL="0" indent="0" algn="ctr">
              <a:lnSpc>
                <a:spcPct val="85000"/>
              </a:lnSpc>
              <a:buNone/>
              <a:defRPr sz="4800" b="0" cap="none" spc="0" baseline="0">
                <a:solidFill>
                  <a:schemeClr val="accent5"/>
                </a:solidFill>
                <a:latin typeface="+mn-lt"/>
              </a:defRPr>
            </a:lvl1pPr>
          </a:lstStyle>
          <a:p>
            <a:pPr lvl="0"/>
            <a:r>
              <a:rPr lang="en-US" dirty="0"/>
              <a:t>Click to edit quote</a:t>
            </a:r>
          </a:p>
        </p:txBody>
      </p:sp>
      <p:sp>
        <p:nvSpPr>
          <p:cNvPr id="13" name="Date Placeholder 12">
            <a:extLst>
              <a:ext uri="{FF2B5EF4-FFF2-40B4-BE49-F238E27FC236}">
                <a16:creationId xmlns:a16="http://schemas.microsoft.com/office/drawing/2014/main" id="{44359CE5-9894-7A66-486B-F830CCE17772}"/>
              </a:ext>
            </a:extLst>
          </p:cNvPr>
          <p:cNvSpPr>
            <a:spLocks noGrp="1"/>
          </p:cNvSpPr>
          <p:nvPr>
            <p:ph type="dt" sz="half" idx="10"/>
          </p:nvPr>
        </p:nvSpPr>
        <p:spPr>
          <a:noFill/>
        </p:spPr>
        <p:txBody>
          <a:bodyPr/>
          <a:lstStyle>
            <a:lvl1pPr>
              <a:defRPr>
                <a:solidFill>
                  <a:schemeClr val="accent5"/>
                </a:solidFill>
              </a:defRPr>
            </a:lvl1pPr>
          </a:lstStyle>
          <a:p>
            <a:fld id="{869CC736-6517-4DE3-9A18-5EB6F27EF875}" type="datetime1">
              <a:rPr lang="en-US" smtClean="0"/>
              <a:t>2/20/2026</a:t>
            </a:fld>
            <a:endParaRPr lang="en-US"/>
          </a:p>
        </p:txBody>
      </p:sp>
      <p:sp>
        <p:nvSpPr>
          <p:cNvPr id="15" name="Slide Number Placeholder 14">
            <a:extLst>
              <a:ext uri="{FF2B5EF4-FFF2-40B4-BE49-F238E27FC236}">
                <a16:creationId xmlns:a16="http://schemas.microsoft.com/office/drawing/2014/main" id="{4A2B012E-FACE-13C2-4909-F2AE04FD18CB}"/>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9882587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Quot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pic>
        <p:nvPicPr>
          <p:cNvPr id="8" name="Picture 7">
            <a:extLst>
              <a:ext uri="{FF2B5EF4-FFF2-40B4-BE49-F238E27FC236}">
                <a16:creationId xmlns:a16="http://schemas.microsoft.com/office/drawing/2014/main" id="{E2FBFD51-0E30-9113-3F4A-D0B88575143F}"/>
              </a:ext>
              <a:ext uri="{C183D7F6-B498-43B3-948B-1728B52AA6E4}">
                <adec:decorative xmlns:adec="http://schemas.microsoft.com/office/drawing/2017/decorative" val="1"/>
              </a:ext>
            </a:extLst>
          </p:cNvPr>
          <p:cNvPicPr>
            <a:picLocks noChangeAspect="1"/>
          </p:cNvPicPr>
          <p:nvPr/>
        </p:nvPicPr>
        <p:blipFill>
          <a:blip r:embed="rId2" cstate="email">
            <a:alphaModFix amt="28000"/>
            <a:duotone>
              <a:prstClr val="black"/>
              <a:schemeClr val="accent3">
                <a:tint val="45000"/>
                <a:satMod val="400000"/>
              </a:schemeClr>
            </a:duotone>
            <a:extLst>
              <a:ext uri="{28A0092B-C50C-407E-A947-70E740481C1C}">
                <a14:useLocalDpi xmlns:a14="http://schemas.microsoft.com/office/drawing/2010/main"/>
              </a:ext>
            </a:extLst>
          </a:blip>
          <a:srcRect/>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6447" y="5204117"/>
            <a:ext cx="11019882" cy="715858"/>
          </a:xfrm>
          <a:noFill/>
        </p:spPr>
        <p:txBody>
          <a:bodyPr tIns="91440" bIns="91440" anchor="ctr">
            <a:normAutofit/>
          </a:bodyPr>
          <a:lstStyle>
            <a:lvl1pPr algn="r">
              <a:defRPr sz="1800">
                <a:solidFill>
                  <a:schemeClr val="accent2"/>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539646"/>
            <a:ext cx="8406832" cy="3709557"/>
          </a:xfrm>
        </p:spPr>
        <p:txBody>
          <a:bodyPr>
            <a:normAutofit/>
          </a:bodyPr>
          <a:lstStyle>
            <a:lvl1pPr marL="228600" indent="-228600">
              <a:lnSpc>
                <a:spcPct val="100000"/>
              </a:lnSpc>
              <a:spcBef>
                <a:spcPts val="0"/>
              </a:spcBef>
              <a:buNone/>
              <a:defRPr sz="5400" b="0" cap="none" spc="0" baseline="0">
                <a:solidFill>
                  <a:schemeClr val="bg2"/>
                </a:solidFill>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3" y="6028848"/>
            <a:ext cx="1828970" cy="366144"/>
          </a:xfrm>
          <a:noFill/>
        </p:spPr>
        <p:txBody>
          <a:bodyPr/>
          <a:lstStyle>
            <a:lvl1pPr algn="l">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55971960-CC10-477C-A0E8-32CE7F9D38E0}"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7" name="Straight Connector 6">
            <a:extLst>
              <a:ext uri="{FF2B5EF4-FFF2-40B4-BE49-F238E27FC236}">
                <a16:creationId xmlns:a16="http://schemas.microsoft.com/office/drawing/2014/main" id="{390E99C4-92E7-3B92-2013-C034357E2D72}"/>
              </a:ext>
              <a:ext uri="{C183D7F6-B498-43B3-948B-1728B52AA6E4}">
                <adec:decorative xmlns:adec="http://schemas.microsoft.com/office/drawing/2017/decorative" val="1"/>
              </a:ext>
            </a:extLst>
          </p:cNvPr>
          <p:cNvCxnSpPr>
            <a:cxnSpLocks/>
          </p:cNvCxnSpPr>
          <p:nvPr/>
        </p:nvCxnSpPr>
        <p:spPr>
          <a:xfrm>
            <a:off x="685800" y="4804478"/>
            <a:ext cx="108204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2960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Quot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1"/>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11" name="Rectangle 10">
            <a:extLst>
              <a:ext uri="{FF2B5EF4-FFF2-40B4-BE49-F238E27FC236}">
                <a16:creationId xmlns:a16="http://schemas.microsoft.com/office/drawing/2014/main" id="{C278D15F-775B-01A1-AD5A-860DC9A2EA8C}"/>
              </a:ext>
              <a:ext uri="{C183D7F6-B498-43B3-948B-1728B52AA6E4}">
                <adec:decorative xmlns:adec="http://schemas.microsoft.com/office/drawing/2017/decorative" val="1"/>
              </a:ext>
            </a:extLst>
          </p:cNvPr>
          <p:cNvSpPr/>
          <p:nvPr/>
        </p:nvSpPr>
        <p:spPr>
          <a:xfrm>
            <a:off x="0" y="1"/>
            <a:ext cx="9448801" cy="480059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11081989" y="698720"/>
            <a:ext cx="0" cy="4101880"/>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984864" y="5257800"/>
            <a:ext cx="10255196" cy="748275"/>
          </a:xfrm>
          <a:noFill/>
        </p:spPr>
        <p:txBody>
          <a:bodyPr anchor="ctr">
            <a:normAutofit/>
          </a:bodyPr>
          <a:lstStyle>
            <a:lvl1pPr algn="r">
              <a:defRPr sz="1800">
                <a:solidFill>
                  <a:schemeClr val="accent2"/>
                </a:solidFill>
              </a:defRPr>
            </a:lvl1pPr>
          </a:lstStyle>
          <a:p>
            <a:r>
              <a:rPr lang="en-US" dirty="0"/>
              <a:t>Quote Author</a:t>
            </a:r>
          </a:p>
        </p:txBody>
      </p:sp>
      <p:sp>
        <p:nvSpPr>
          <p:cNvPr id="8" name="Content Placeholder 7">
            <a:extLst>
              <a:ext uri="{FF2B5EF4-FFF2-40B4-BE49-F238E27FC236}">
                <a16:creationId xmlns:a16="http://schemas.microsoft.com/office/drawing/2014/main" id="{64AEC05F-4937-10A8-1A19-6FA315BE7ADF}"/>
              </a:ext>
            </a:extLst>
          </p:cNvPr>
          <p:cNvSpPr>
            <a:spLocks noGrp="1"/>
          </p:cNvSpPr>
          <p:nvPr>
            <p:ph sz="quarter" idx="13" hasCustomPrompt="1"/>
          </p:nvPr>
        </p:nvSpPr>
        <p:spPr>
          <a:xfrm>
            <a:off x="887413" y="1033272"/>
            <a:ext cx="9247187" cy="3257550"/>
          </a:xfrm>
        </p:spPr>
        <p:txBody>
          <a:bodyPr>
            <a:normAutofit/>
          </a:bodyPr>
          <a:lstStyle>
            <a:lvl1pPr marL="228600" indent="-228600">
              <a:lnSpc>
                <a:spcPct val="85000"/>
              </a:lnSpc>
              <a:buNone/>
              <a:defRPr sz="5400">
                <a:solidFill>
                  <a:schemeClr val="accent5"/>
                </a:solidFill>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lstStyle>
            <a:lvl1pPr algn="l">
              <a:defRPr b="0" spc="0">
                <a:solidFill>
                  <a:schemeClr val="accent5"/>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82686" cy="365125"/>
          </a:xfrm>
          <a:noFill/>
        </p:spPr>
        <p:txBody>
          <a:bodyPr/>
          <a:lstStyle>
            <a:lvl1pPr algn="r">
              <a:defRPr>
                <a:solidFill>
                  <a:schemeClr val="accent5"/>
                </a:solidFill>
              </a:defRPr>
            </a:lvl1pPr>
          </a:lstStyle>
          <a:p>
            <a:fld id="{84D8584C-2125-40A2-8519-09FB9A8C3315}"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42449724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1">
              <a:rPr lang="en-US" smtClean="0"/>
              <a:t>2/20/2026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75958475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1">
              <a:rPr lang="en-US" smtClean="0"/>
              <a:t>2/20/2026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6537803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1">
              <a:rPr lang="en-US" smtClean="0"/>
              <a:t>2/20/2026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82025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1">
              <a:rPr lang="en-US" smtClean="0"/>
              <a:t>2/20/2026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182122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3A53-0764-6B81-0CF9-98A31577BE9D}"/>
              </a:ext>
            </a:extLst>
          </p:cNvPr>
          <p:cNvSpPr>
            <a:spLocks noGrp="1"/>
          </p:cNvSpPr>
          <p:nvPr>
            <p:ph type="title"/>
          </p:nvPr>
        </p:nvSpPr>
        <p:spPr>
          <a:xfrm>
            <a:off x="605431" y="932688"/>
            <a:ext cx="4195169" cy="1124712"/>
          </a:xfrm>
          <a:noFill/>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1FE505A-8E22-72EF-7229-3828AF9454D5}"/>
              </a:ext>
            </a:extLst>
          </p:cNvPr>
          <p:cNvSpPr>
            <a:spLocks noGrp="1"/>
          </p:cNvSpPr>
          <p:nvPr>
            <p:ph type="body" sz="half" idx="2"/>
          </p:nvPr>
        </p:nvSpPr>
        <p:spPr>
          <a:xfrm>
            <a:off x="605431" y="2057400"/>
            <a:ext cx="41951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70A4E78B-DAF0-5E30-C9F0-EA1D81066DBC}"/>
              </a:ext>
            </a:extLst>
          </p:cNvPr>
          <p:cNvSpPr>
            <a:spLocks noGrp="1"/>
          </p:cNvSpPr>
          <p:nvPr>
            <p:ph idx="1"/>
          </p:nvPr>
        </p:nvSpPr>
        <p:spPr>
          <a:xfrm>
            <a:off x="5486400" y="903515"/>
            <a:ext cx="6019800" cy="49575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5FB557B-A6AB-0141-61F5-2C6D1D26D589}"/>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A4346670-62CE-41B6-24CD-DB7BF2AECDF4}"/>
              </a:ext>
            </a:extLst>
          </p:cNvPr>
          <p:cNvSpPr>
            <a:spLocks noGrp="1"/>
          </p:cNvSpPr>
          <p:nvPr>
            <p:ph type="dt" sz="half" idx="10"/>
          </p:nvPr>
        </p:nvSpPr>
        <p:spPr/>
        <p:txBody>
          <a:bodyPr/>
          <a:lstStyle/>
          <a:p>
            <a:fld id="{95967112-4E38-4DE6-886D-C6360575EE2E}" type="datetime1">
              <a:rPr lang="en-US" smtClean="0"/>
              <a:t>2/20/2026</a:t>
            </a:fld>
            <a:endParaRPr lang="en-US"/>
          </a:p>
        </p:txBody>
      </p:sp>
      <p:sp>
        <p:nvSpPr>
          <p:cNvPr id="7" name="Slide Number Placeholder 6">
            <a:extLst>
              <a:ext uri="{FF2B5EF4-FFF2-40B4-BE49-F238E27FC236}">
                <a16:creationId xmlns:a16="http://schemas.microsoft.com/office/drawing/2014/main" id="{FB2C964C-100B-6E0E-8C9C-FEDE515F230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5641457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52BCA-373C-52F0-00A4-DB648AB6DDCB}"/>
              </a:ext>
            </a:extLst>
          </p:cNvPr>
          <p:cNvSpPr>
            <a:spLocks noGrp="1"/>
          </p:cNvSpPr>
          <p:nvPr>
            <p:ph type="title"/>
          </p:nvPr>
        </p:nvSpPr>
        <p:spPr>
          <a:xfrm>
            <a:off x="605432" y="228599"/>
            <a:ext cx="3658560" cy="1742175"/>
          </a:xfrm>
          <a:noFill/>
        </p:spPr>
        <p:txBody>
          <a:bodyPr anchor="b">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85DCE8E-6071-4972-B85E-E495AB0FF686}"/>
              </a:ext>
            </a:extLst>
          </p:cNvPr>
          <p:cNvSpPr>
            <a:spLocks noGrp="1"/>
          </p:cNvSpPr>
          <p:nvPr>
            <p:ph type="body" sz="half" idx="2"/>
          </p:nvPr>
        </p:nvSpPr>
        <p:spPr>
          <a:xfrm>
            <a:off x="1371600" y="2337134"/>
            <a:ext cx="2892392" cy="3331342"/>
          </a:xfrm>
        </p:spPr>
        <p:txBody>
          <a:bodyPr anchor="b"/>
          <a:lstStyle>
            <a:lvl1pPr marL="0" indent="0" algn="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EBAE75E-255D-9B56-3A67-14178C54EB59}"/>
              </a:ext>
            </a:extLst>
          </p:cNvPr>
          <p:cNvSpPr>
            <a:spLocks noGrp="1"/>
          </p:cNvSpPr>
          <p:nvPr>
            <p:ph type="pic" idx="1" hasCustomPrompt="1"/>
          </p:nvPr>
        </p:nvSpPr>
        <p:spPr>
          <a:xfrm>
            <a:off x="4800600" y="685800"/>
            <a:ext cx="6705600" cy="4876801"/>
          </a:xfrm>
          <a:blipFill>
            <a:blip r:embed="rId2">
              <a:alphaModFix amt="70000"/>
            </a:blip>
            <a:stretch>
              <a:fillRect/>
            </a:stretch>
          </a:blipFill>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FB5E2938-E6DE-EB90-C8DE-0D078BDD0A8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008928D8-1666-BE45-30C8-65C74E2283DC}"/>
              </a:ext>
            </a:extLst>
          </p:cNvPr>
          <p:cNvSpPr>
            <a:spLocks noGrp="1"/>
          </p:cNvSpPr>
          <p:nvPr>
            <p:ph type="dt" sz="half" idx="10"/>
          </p:nvPr>
        </p:nvSpPr>
        <p:spPr>
          <a:xfrm>
            <a:off x="10058400" y="6029868"/>
            <a:ext cx="1182686" cy="365125"/>
          </a:xfrm>
        </p:spPr>
        <p:txBody>
          <a:bodyPr/>
          <a:lstStyle/>
          <a:p>
            <a:fld id="{8493712A-E27F-4D57-B2CA-5B36D6E8A4B0}" type="datetime1">
              <a:rPr lang="en-US" smtClean="0"/>
              <a:t>2/20/2026</a:t>
            </a:fld>
            <a:endParaRPr lang="en-US"/>
          </a:p>
        </p:txBody>
      </p:sp>
      <p:sp>
        <p:nvSpPr>
          <p:cNvPr id="7" name="Slide Number Placeholder 6">
            <a:extLst>
              <a:ext uri="{FF2B5EF4-FFF2-40B4-BE49-F238E27FC236}">
                <a16:creationId xmlns:a16="http://schemas.microsoft.com/office/drawing/2014/main" id="{8D79A9FD-2464-F09D-1603-6DF07EF20752}"/>
              </a:ext>
            </a:extLst>
          </p:cNvPr>
          <p:cNvSpPr>
            <a:spLocks noGrp="1"/>
          </p:cNvSpPr>
          <p:nvPr>
            <p:ph type="sldNum" sz="quarter" idx="12"/>
          </p:nvPr>
        </p:nvSpPr>
        <p:spPr>
          <a:xfrm>
            <a:off x="1123797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3346503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4201904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1">
              <a:rPr lang="en-US" smtClean="0"/>
              <a:t>2/20/2026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16307680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1">
              <a:rPr lang="en-US" smtClean="0"/>
              <a:t>2/20/2026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08060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56.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27F1B-5057-1FE9-F3C9-141023AE93D7}"/>
              </a:ext>
            </a:extLst>
          </p:cNvPr>
          <p:cNvSpPr>
            <a:spLocks noGrp="1"/>
          </p:cNvSpPr>
          <p:nvPr>
            <p:ph type="ctrTitle"/>
          </p:nvPr>
        </p:nvSpPr>
        <p:spPr>
          <a:xfrm>
            <a:off x="137159" y="338328"/>
            <a:ext cx="8168640" cy="4462272"/>
          </a:xfrm>
        </p:spPr>
        <p:txBody>
          <a:bodyPr anchor="t">
            <a:normAutofit/>
          </a:bodyPr>
          <a:lstStyle/>
          <a:p>
            <a:r>
              <a:rPr lang="en-GB" sz="6000" dirty="0">
                <a:solidFill>
                  <a:srgbClr val="0070C0"/>
                </a:solidFill>
              </a:rPr>
              <a:t>Veritas Bank Executive REPORT: ANALYZING  CUSTOMER CHURN &amp; RETENTION PATTERN-A NEED TO ACT FAST</a:t>
            </a:r>
          </a:p>
        </p:txBody>
      </p:sp>
      <p:sp>
        <p:nvSpPr>
          <p:cNvPr id="3" name="Subtitle 2">
            <a:extLst>
              <a:ext uri="{FF2B5EF4-FFF2-40B4-BE49-F238E27FC236}">
                <a16:creationId xmlns:a16="http://schemas.microsoft.com/office/drawing/2014/main" id="{ECB2DDBF-0808-3D96-D224-E7967E0935B5}"/>
              </a:ext>
            </a:extLst>
          </p:cNvPr>
          <p:cNvSpPr>
            <a:spLocks noGrp="1"/>
          </p:cNvSpPr>
          <p:nvPr>
            <p:ph type="subTitle" idx="1"/>
          </p:nvPr>
        </p:nvSpPr>
        <p:spPr>
          <a:xfrm>
            <a:off x="8534400" y="4754729"/>
            <a:ext cx="3084441" cy="1080302"/>
          </a:xfrm>
        </p:spPr>
        <p:txBody>
          <a:bodyPr anchor="b">
            <a:normAutofit/>
          </a:bodyPr>
          <a:lstStyle/>
          <a:p>
            <a:r>
              <a:rPr lang="en-GB" dirty="0"/>
              <a:t>Presented by: group 3 data analysis January 2026 consultants </a:t>
            </a:r>
          </a:p>
        </p:txBody>
      </p:sp>
      <p:sp>
        <p:nvSpPr>
          <p:cNvPr id="5" name="Date Placeholder 4">
            <a:extLst>
              <a:ext uri="{FF2B5EF4-FFF2-40B4-BE49-F238E27FC236}">
                <a16:creationId xmlns:a16="http://schemas.microsoft.com/office/drawing/2014/main" id="{E7F87B6D-F282-9763-A186-31D27C284101}"/>
              </a:ext>
            </a:extLst>
          </p:cNvPr>
          <p:cNvSpPr>
            <a:spLocks noGrp="1"/>
          </p:cNvSpPr>
          <p:nvPr>
            <p:ph type="dt" sz="half" idx="10"/>
          </p:nvPr>
        </p:nvSpPr>
        <p:spPr>
          <a:xfrm>
            <a:off x="10058400" y="6029868"/>
            <a:ext cx="1182686" cy="365125"/>
          </a:xfrm>
        </p:spPr>
        <p:txBody>
          <a:bodyPr anchor="ctr">
            <a:normAutofit/>
          </a:bodyPr>
          <a:lstStyle/>
          <a:p>
            <a:pPr>
              <a:spcAft>
                <a:spcPts val="600"/>
              </a:spcAft>
            </a:pPr>
            <a:fld id="{06866CBB-6F1F-436D-A8C6-FABC4CF2B536}" type="datetime1">
              <a:rPr lang="en-US" smtClean="0"/>
              <a:pPr>
                <a:spcAft>
                  <a:spcPts val="600"/>
                </a:spcAft>
              </a:pPr>
              <a:t>2/20/2026</a:t>
            </a:fld>
            <a:endParaRPr lang="en-US"/>
          </a:p>
        </p:txBody>
      </p:sp>
      <p:sp>
        <p:nvSpPr>
          <p:cNvPr id="6" name="Slide Number Placeholder 5">
            <a:extLst>
              <a:ext uri="{FF2B5EF4-FFF2-40B4-BE49-F238E27FC236}">
                <a16:creationId xmlns:a16="http://schemas.microsoft.com/office/drawing/2014/main" id="{C8F9FB01-8214-6D7E-9267-1A13A6D23F87}"/>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a:t>
            </a:fld>
            <a:endParaRPr lang="en-US"/>
          </a:p>
        </p:txBody>
      </p:sp>
    </p:spTree>
    <p:extLst>
      <p:ext uri="{BB962C8B-B14F-4D97-AF65-F5344CB8AC3E}">
        <p14:creationId xmlns:p14="http://schemas.microsoft.com/office/powerpoint/2010/main" val="296710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bg/>
                                          </p:spTgt>
                                        </p:tgtEl>
                                        <p:attrNameLst>
                                          <p:attrName>style.visibility</p:attrName>
                                        </p:attrNameLst>
                                      </p:cBhvr>
                                      <p:to>
                                        <p:strVal val="visible"/>
                                      </p:to>
                                    </p:set>
                                    <p:animEffect transition="in" filter="fade">
                                      <p:cBhvr>
                                        <p:cTn id="10" dur="7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700"/>
                                        <p:tgtEl>
                                          <p:spTgt spid="3">
                                            <p:txEl>
                                              <p:pRg st="0" end="0"/>
                                            </p:txEl>
                                          </p:spTgt>
                                        </p:tgtEl>
                                      </p:cBhvr>
                                    </p:animEffect>
                                  </p:childTnLst>
                                </p:cTn>
                              </p:par>
                              <p:par>
                                <p:cTn id="16" presetID="42"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animBg="1"/>
      <p:bldP spid="3"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C7961-F56E-0D91-1943-BD396F70E689}"/>
              </a:ext>
            </a:extLst>
          </p:cNvPr>
          <p:cNvSpPr>
            <a:spLocks noGrp="1"/>
          </p:cNvSpPr>
          <p:nvPr>
            <p:ph type="title"/>
          </p:nvPr>
        </p:nvSpPr>
        <p:spPr>
          <a:xfrm>
            <a:off x="146306" y="182880"/>
            <a:ext cx="7930892" cy="2238587"/>
          </a:xfrm>
        </p:spPr>
        <p:txBody>
          <a:bodyPr anchor="t">
            <a:normAutofit/>
          </a:bodyPr>
          <a:lstStyle/>
          <a:p>
            <a:pPr>
              <a:lnSpc>
                <a:spcPct val="90000"/>
              </a:lnSpc>
            </a:pPr>
            <a:r>
              <a:rPr lang="en-GB" sz="6600" dirty="0">
                <a:solidFill>
                  <a:srgbClr val="00B0F0"/>
                </a:solidFill>
              </a:rPr>
              <a:t>TITLE SLIDES</a:t>
            </a:r>
          </a:p>
        </p:txBody>
      </p:sp>
      <p:sp>
        <p:nvSpPr>
          <p:cNvPr id="3" name="Content Placeholder 2">
            <a:extLst>
              <a:ext uri="{FF2B5EF4-FFF2-40B4-BE49-F238E27FC236}">
                <a16:creationId xmlns:a16="http://schemas.microsoft.com/office/drawing/2014/main" id="{6B40E813-D218-18DE-6432-F74D9616A760}"/>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1446028" y="3519377"/>
            <a:ext cx="6902842" cy="2857569"/>
          </a:xfrm>
        </p:spPr>
        <p:txBody>
          <a:bodyPr>
            <a:normAutofit fontScale="62500" lnSpcReduction="20000"/>
          </a:bodyPr>
          <a:lstStyle/>
          <a:p>
            <a:pPr marL="0" indent="0">
              <a:buNone/>
            </a:pPr>
            <a:r>
              <a:rPr lang="en-GB" sz="2200" b="1" dirty="0"/>
              <a:t>Slide Content:</a:t>
            </a:r>
            <a:endParaRPr lang="en-GB" sz="2200" dirty="0"/>
          </a:p>
          <a:p>
            <a:pPr marL="285750" indent="-285750">
              <a:buFont typeface="Arial" panose="020B0604020202020204" pitchFamily="34" charset="0"/>
              <a:buChar char="•"/>
            </a:pPr>
            <a:r>
              <a:rPr lang="en-GB" sz="1900" dirty="0"/>
              <a:t>Introduction                                                                 </a:t>
            </a:r>
          </a:p>
          <a:p>
            <a:pPr marL="285750" indent="-285750">
              <a:buFont typeface="Arial" panose="020B0604020202020204" pitchFamily="34" charset="0"/>
              <a:buChar char="•"/>
            </a:pPr>
            <a:r>
              <a:rPr lang="en-GB" sz="1900" dirty="0"/>
              <a:t>Business Problem</a:t>
            </a:r>
          </a:p>
          <a:p>
            <a:pPr marL="285750" indent="-285750">
              <a:buFont typeface="Arial" panose="020B0604020202020204" pitchFamily="34" charset="0"/>
              <a:buChar char="•"/>
            </a:pPr>
            <a:r>
              <a:rPr lang="en-GB" sz="1900" dirty="0"/>
              <a:t>Data &amp; Methodology</a:t>
            </a:r>
          </a:p>
          <a:p>
            <a:pPr marL="285750" indent="-285750">
              <a:buFont typeface="Arial" panose="020B0604020202020204" pitchFamily="34" charset="0"/>
              <a:buChar char="•"/>
            </a:pPr>
            <a:r>
              <a:rPr lang="en-GB" sz="1900" dirty="0"/>
              <a:t>Dashboard Presentation &amp; Analysis</a:t>
            </a:r>
          </a:p>
          <a:p>
            <a:pPr marL="285750" indent="-285750">
              <a:buFont typeface="Arial" panose="020B0604020202020204" pitchFamily="34" charset="0"/>
              <a:buChar char="•"/>
            </a:pPr>
            <a:r>
              <a:rPr lang="en-GB" sz="1900" dirty="0"/>
              <a:t>Key Insight: Age &amp; Churn, Balance &amp; Churn</a:t>
            </a:r>
          </a:p>
          <a:p>
            <a:pPr marL="285750" indent="-285750">
              <a:buFont typeface="Arial" panose="020B0604020202020204" pitchFamily="34" charset="0"/>
              <a:buChar char="•"/>
            </a:pPr>
            <a:r>
              <a:rPr lang="en-GB" sz="1900" dirty="0"/>
              <a:t>Business Impact</a:t>
            </a:r>
          </a:p>
          <a:p>
            <a:pPr marL="285750" indent="-285750">
              <a:buFont typeface="Arial" panose="020B0604020202020204" pitchFamily="34" charset="0"/>
              <a:buChar char="•"/>
            </a:pPr>
            <a:r>
              <a:rPr lang="en-GB" sz="1900" dirty="0"/>
              <a:t>Recommendation</a:t>
            </a:r>
          </a:p>
          <a:p>
            <a:pPr marL="285750" indent="-285750">
              <a:buFont typeface="Arial" panose="020B0604020202020204" pitchFamily="34" charset="0"/>
              <a:buChar char="•"/>
            </a:pPr>
            <a:r>
              <a:rPr lang="en-GB" sz="1900" dirty="0"/>
              <a:t>Conclusion</a:t>
            </a:r>
          </a:p>
          <a:p>
            <a:pPr marL="0" indent="0">
              <a:buNone/>
            </a:pPr>
            <a:endParaRPr lang="en-GB" dirty="0"/>
          </a:p>
          <a:p>
            <a:pPr marL="0" indent="0">
              <a:buNone/>
            </a:pPr>
            <a:endParaRPr lang="en-GB" dirty="0"/>
          </a:p>
          <a:p>
            <a:pPr marL="0" indent="0">
              <a:buNone/>
            </a:pPr>
            <a:endParaRPr lang="en-GB" dirty="0"/>
          </a:p>
          <a:p>
            <a:pPr marL="0" indent="0">
              <a:buNone/>
            </a:pPr>
            <a:endParaRPr lang="en-GB" dirty="0"/>
          </a:p>
        </p:txBody>
      </p:sp>
      <p:pic>
        <p:nvPicPr>
          <p:cNvPr id="11" name="Picture Placeholder 10" descr="A white and blue text on a white and blue background">
            <a:extLst>
              <a:ext uri="{FF2B5EF4-FFF2-40B4-BE49-F238E27FC236}">
                <a16:creationId xmlns:a16="http://schemas.microsoft.com/office/drawing/2014/main" id="{5921486B-F447-70FC-F306-B4BB02888A8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07" r="207"/>
          <a:stretch>
            <a:fillRect/>
          </a:stretch>
        </p:blipFill>
        <p:spPr>
          <a:prstGeom prst="rect">
            <a:avLst/>
          </a:prstGeom>
          <a:blipFill>
            <a:blip r:embed="rId4">
              <a:alphaModFix amt="70000"/>
            </a:blip>
            <a:stretch>
              <a:fillRect/>
            </a:stretch>
          </a:blipFill>
        </p:spPr>
      </p:pic>
    </p:spTree>
    <p:extLst>
      <p:ext uri="{BB962C8B-B14F-4D97-AF65-F5344CB8AC3E}">
        <p14:creationId xmlns:p14="http://schemas.microsoft.com/office/powerpoint/2010/main" val="28257060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7FAD2-F318-AD8C-F864-28A74C9DC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FE5B0-663A-0586-AC13-9BF5A26BDEA9}"/>
              </a:ext>
            </a:extLst>
          </p:cNvPr>
          <p:cNvSpPr>
            <a:spLocks noGrp="1"/>
          </p:cNvSpPr>
          <p:nvPr>
            <p:ph type="title"/>
          </p:nvPr>
        </p:nvSpPr>
        <p:spPr>
          <a:xfrm>
            <a:off x="146306" y="182880"/>
            <a:ext cx="7930892" cy="2238587"/>
          </a:xfrm>
        </p:spPr>
        <p:txBody>
          <a:bodyPr anchor="t">
            <a:normAutofit/>
          </a:bodyPr>
          <a:lstStyle/>
          <a:p>
            <a:pPr>
              <a:lnSpc>
                <a:spcPct val="90000"/>
              </a:lnSpc>
            </a:pPr>
            <a:r>
              <a:rPr lang="en-GB" sz="6600" dirty="0">
                <a:solidFill>
                  <a:srgbClr val="00B0F0"/>
                </a:solidFill>
              </a:rPr>
              <a:t>Introduction </a:t>
            </a:r>
          </a:p>
        </p:txBody>
      </p:sp>
      <p:sp>
        <p:nvSpPr>
          <p:cNvPr id="3" name="Content Placeholder 2">
            <a:extLst>
              <a:ext uri="{FF2B5EF4-FFF2-40B4-BE49-F238E27FC236}">
                <a16:creationId xmlns:a16="http://schemas.microsoft.com/office/drawing/2014/main" id="{B0FAE9ED-CCB1-933C-A7DD-8316C34889FE}"/>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1804946" y="3840480"/>
            <a:ext cx="6543924" cy="2536466"/>
          </a:xfrm>
        </p:spPr>
        <p:txBody>
          <a:bodyPr>
            <a:normAutofit/>
          </a:bodyPr>
          <a:lstStyle/>
          <a:p>
            <a:pPr marL="0" indent="0">
              <a:buNone/>
            </a:pPr>
            <a:r>
              <a:rPr lang="en-GB" b="1" dirty="0"/>
              <a:t>Who is Veritas Bank ?</a:t>
            </a:r>
            <a:endParaRPr lang="en-GB" dirty="0"/>
          </a:p>
          <a:p>
            <a:pPr marL="0" lvl="0" indent="0">
              <a:buNone/>
            </a:pPr>
            <a:r>
              <a:rPr lang="en-GB" dirty="0"/>
              <a:t>Veritas Bank is a third generation UK-based multinational bank focused on providing premium value optimized by technology and superior customer service to its customers. Serving over ten thousand customers cut across key European countries the bank has been a pioneer in developing retail banking services such as personal loans, digital banking services amongst others to its customers.</a:t>
            </a:r>
          </a:p>
        </p:txBody>
      </p:sp>
      <p:pic>
        <p:nvPicPr>
          <p:cNvPr id="11" name="Picture Placeholder 10" descr="A white and blue text on a white and blue background">
            <a:extLst>
              <a:ext uri="{FF2B5EF4-FFF2-40B4-BE49-F238E27FC236}">
                <a16:creationId xmlns:a16="http://schemas.microsoft.com/office/drawing/2014/main" id="{C9047DC0-041E-E721-796B-2D6780231CFF}"/>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07" r="207"/>
          <a:stretch>
            <a:fillRect/>
          </a:stretch>
        </p:blipFill>
        <p:spPr>
          <a:prstGeom prst="rect">
            <a:avLst/>
          </a:prstGeom>
          <a:blipFill>
            <a:blip r:embed="rId4">
              <a:alphaModFix amt="70000"/>
            </a:blip>
            <a:stretch>
              <a:fillRect/>
            </a:stretch>
          </a:blipFill>
        </p:spPr>
      </p:pic>
    </p:spTree>
    <p:extLst>
      <p:ext uri="{BB962C8B-B14F-4D97-AF65-F5344CB8AC3E}">
        <p14:creationId xmlns:p14="http://schemas.microsoft.com/office/powerpoint/2010/main" val="4064361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Modern bank building with customers and ethical banking themes illustrating growth and trust">
            <a:extLst>
              <a:ext uri="{FF2B5EF4-FFF2-40B4-BE49-F238E27FC236}">
                <a16:creationId xmlns:a16="http://schemas.microsoft.com/office/drawing/2014/main" id="{BA9E3172-14F5-4E21-9807-9DEAE0DA55BB}"/>
              </a:ext>
            </a:extLst>
          </p:cNvPr>
          <p:cNvPicPr>
            <a:picLocks noGrp="1" noChangeAspect="1"/>
          </p:cNvPicPr>
          <p:nvPr>
            <p:ph type="pic" sz="quarter" idx="13"/>
          </p:nvPr>
        </p:nvPicPr>
        <p:blipFill>
          <a:blip r:embed="rId3"/>
          <a:srcRect l="3462" r="30089" b="-2"/>
          <a:stretch>
            <a:fillRect/>
          </a:stretch>
        </p:blipFill>
        <p:spPr>
          <a:xfrm>
            <a:off x="20" y="1"/>
            <a:ext cx="4800580" cy="4822372"/>
          </a:xfrm>
        </p:spPr>
      </p:pic>
      <p:sp>
        <p:nvSpPr>
          <p:cNvPr id="4" name="Content Placeholder 3">
            <a:extLst>
              <a:ext uri="{FF2B5EF4-FFF2-40B4-BE49-F238E27FC236}">
                <a16:creationId xmlns:a16="http://schemas.microsoft.com/office/drawing/2014/main" id="{A78E2070-10CB-6B0B-A8C2-EF13CE18CF4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6273290" cy="5204983"/>
          </a:xfrm>
        </p:spPr>
        <p:txBody>
          <a:bodyPr>
            <a:normAutofit/>
          </a:bodyPr>
          <a:lstStyle/>
          <a:p>
            <a:pPr marL="0" indent="0">
              <a:spcBef>
                <a:spcPts val="2500"/>
              </a:spcBef>
              <a:buFont typeface="Arial" panose="020B0604020202020204" pitchFamily="34" charset="0"/>
              <a:buNone/>
            </a:pPr>
            <a:r>
              <a:rPr lang="en-GB" b="1" dirty="0"/>
              <a:t>What is Customer Churn?</a:t>
            </a:r>
          </a:p>
          <a:p>
            <a:pPr marL="0" lvl="1" indent="0">
              <a:buFont typeface="Arial" panose="020B0604020202020204" pitchFamily="34" charset="0"/>
              <a:buNone/>
            </a:pPr>
            <a:r>
              <a:rPr lang="en-GB" sz="1600" dirty="0"/>
              <a:t>Customer Churn refers to a situation where customers prefer to close their accounts or decide to stop using services provided by a bank. </a:t>
            </a:r>
          </a:p>
          <a:p>
            <a:pPr marL="0" indent="0">
              <a:spcBef>
                <a:spcPts val="2500"/>
              </a:spcBef>
              <a:buFont typeface="Arial" panose="020B0604020202020204" pitchFamily="34" charset="0"/>
              <a:buNone/>
            </a:pPr>
            <a:r>
              <a:rPr lang="en-GB" sz="1600" b="1" dirty="0"/>
              <a:t>Why Customer Churn matters in banking </a:t>
            </a:r>
          </a:p>
          <a:p>
            <a:pPr marL="0" lvl="1" indent="0">
              <a:buFont typeface="Arial" panose="020B0604020202020204" pitchFamily="34" charset="0"/>
              <a:buNone/>
            </a:pPr>
            <a:r>
              <a:rPr lang="en-GB" sz="1600" dirty="0"/>
              <a:t>Customer Churn matters in banking especially in retail banking because the cost of acquiring new customers far outweighs the cost of retaining existing customers. It has the potential to portray the bank as an organisation that does not care about its customers</a:t>
            </a:r>
            <a:r>
              <a:rPr sz="1600" dirty="0"/>
              <a:t>.</a:t>
            </a:r>
            <a:endParaRPr lang="en-GB" sz="1600" dirty="0"/>
          </a:p>
          <a:p>
            <a:pPr marL="0" indent="0">
              <a:spcBef>
                <a:spcPts val="2500"/>
              </a:spcBef>
              <a:buFont typeface="Arial" panose="020B0604020202020204" pitchFamily="34" charset="0"/>
              <a:buNone/>
            </a:pPr>
            <a:r>
              <a:rPr lang="en-GB" sz="1600" b="1" dirty="0"/>
              <a:t>Objectives of the analysis</a:t>
            </a:r>
          </a:p>
          <a:p>
            <a:pPr marL="0" lvl="1" indent="0">
              <a:buFont typeface="Arial" panose="020B0604020202020204" pitchFamily="34" charset="0"/>
              <a:buNone/>
            </a:pPr>
            <a:r>
              <a:rPr lang="en-GB" sz="1600" dirty="0"/>
              <a:t>The objective of the analysis carried out on the bank is to identify pattern behind customer churn and suggest data-driven solutions that arrest this challenge.</a:t>
            </a:r>
          </a:p>
          <a:p>
            <a:pPr marL="0" lvl="1" indent="0">
              <a:buFont typeface="Arial" panose="020B0604020202020204" pitchFamily="34" charset="0"/>
              <a:buNone/>
            </a:pPr>
            <a:endParaRPr lang="en-GB" dirty="0"/>
          </a:p>
          <a:p>
            <a:pPr marL="0" lvl="1" indent="0">
              <a:buFont typeface="Arial" panose="020B0604020202020204" pitchFamily="34" charset="0"/>
              <a:buNone/>
            </a:pPr>
            <a:endParaRPr lang="en-GB" dirty="0"/>
          </a:p>
        </p:txBody>
      </p:sp>
      <p:sp>
        <p:nvSpPr>
          <p:cNvPr id="6" name="Date Placeholder 5">
            <a:extLst>
              <a:ext uri="{FF2B5EF4-FFF2-40B4-BE49-F238E27FC236}">
                <a16:creationId xmlns:a16="http://schemas.microsoft.com/office/drawing/2014/main" id="{8CD1C20E-BE83-7ED3-DADB-A13B596D570F}"/>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6AE940E8-040D-7C5A-853B-0ACE5EB4F22D}"/>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4</a:t>
            </a:fld>
            <a:endParaRPr lang="en-US"/>
          </a:p>
        </p:txBody>
      </p:sp>
    </p:spTree>
    <p:extLst>
      <p:ext uri="{BB962C8B-B14F-4D97-AF65-F5344CB8AC3E}">
        <p14:creationId xmlns:p14="http://schemas.microsoft.com/office/powerpoint/2010/main" val="8712986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6FFA9-BE10-5D38-7B6E-5D77E4846BD7}"/>
              </a:ext>
            </a:extLst>
          </p:cNvPr>
          <p:cNvSpPr>
            <a:spLocks noGrp="1"/>
          </p:cNvSpPr>
          <p:nvPr>
            <p:ph type="title"/>
          </p:nvPr>
        </p:nvSpPr>
        <p:spPr>
          <a:xfrm>
            <a:off x="603504" y="521185"/>
            <a:ext cx="10902696" cy="1070849"/>
          </a:xfrm>
        </p:spPr>
        <p:txBody>
          <a:bodyPr anchor="b">
            <a:normAutofit/>
          </a:bodyPr>
          <a:lstStyle/>
          <a:p>
            <a:r>
              <a:rPr lang="en-GB" dirty="0"/>
              <a:t>Business problem </a:t>
            </a:r>
          </a:p>
        </p:txBody>
      </p:sp>
      <p:pic>
        <p:nvPicPr>
          <p:cNvPr id="8" name="Content Placeholder 7" descr="Modern bank with digital interface, customer service and teamwork representing vision and mission">
            <a:extLst>
              <a:ext uri="{FF2B5EF4-FFF2-40B4-BE49-F238E27FC236}">
                <a16:creationId xmlns:a16="http://schemas.microsoft.com/office/drawing/2014/main" id="{FC6F6028-C376-49DD-A949-66D9D547BAAA}"/>
              </a:ext>
            </a:extLst>
          </p:cNvPr>
          <p:cNvPicPr>
            <a:picLocks noGrp="1" noChangeAspect="1"/>
          </p:cNvPicPr>
          <p:nvPr>
            <p:ph sz="half" idx="1"/>
          </p:nvPr>
        </p:nvPicPr>
        <p:blipFill>
          <a:blip r:embed="rId3"/>
          <a:srcRect l="5451" r="8829" b="-2"/>
          <a:stretch>
            <a:fillRect/>
          </a:stretch>
        </p:blipFill>
        <p:spPr>
          <a:xfrm>
            <a:off x="167281" y="1520888"/>
            <a:ext cx="4395194" cy="3422586"/>
          </a:xfrm>
        </p:spPr>
      </p:pic>
      <p:sp>
        <p:nvSpPr>
          <p:cNvPr id="4" name="Content Placeholder 3">
            <a:extLst>
              <a:ext uri="{FF2B5EF4-FFF2-40B4-BE49-F238E27FC236}">
                <a16:creationId xmlns:a16="http://schemas.microsoft.com/office/drawing/2014/main" id="{58EC9B9F-0660-8097-FCC2-083FBABC6F9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62475" y="1520888"/>
            <a:ext cx="6943725" cy="4270311"/>
          </a:xfrm>
        </p:spPr>
        <p:txBody>
          <a:bodyPr>
            <a:normAutofit lnSpcReduction="10000"/>
          </a:bodyPr>
          <a:lstStyle/>
          <a:p>
            <a:pPr marL="0" indent="0">
              <a:spcBef>
                <a:spcPts val="2500"/>
              </a:spcBef>
              <a:buFont typeface="Arial" panose="020B0604020202020204" pitchFamily="34" charset="0"/>
              <a:buNone/>
            </a:pPr>
            <a:r>
              <a:rPr lang="en-GB" b="1" dirty="0"/>
              <a:t>Increasing Customer Exist </a:t>
            </a:r>
          </a:p>
          <a:p>
            <a:pPr marL="0" lvl="1" indent="0">
              <a:buNone/>
            </a:pPr>
            <a:r>
              <a:rPr lang="en-GB" dirty="0"/>
              <a:t>Customer exits have been increasing across certain segments of Veritas Bank’s customer base. Though exiting customers poses a less significant threat when considered individually as their bank account balances reveals. However, if such exit is not addressed has the potential to harm the bank in the long term. An increasing churn rate signals dissatisfaction, competitive pressure, or service gaps that require urgent attention.</a:t>
            </a:r>
          </a:p>
          <a:p>
            <a:pPr marL="0" lvl="0" indent="0">
              <a:buNone/>
            </a:pPr>
            <a:r>
              <a:rPr lang="en-GB" b="1" dirty="0"/>
              <a:t>Declining long-term profitability</a:t>
            </a:r>
          </a:p>
          <a:p>
            <a:pPr marL="0" lvl="1" indent="0">
              <a:buNone/>
            </a:pPr>
            <a:r>
              <a:rPr lang="en-GB" dirty="0"/>
              <a:t>If churn continues to rise, Veritas Bank may experience declining customer lifetime value, increased marketing expenditure to replace lost customers, and reduced overall profitability.</a:t>
            </a:r>
          </a:p>
          <a:p>
            <a:pPr marL="0" lvl="0" indent="0">
              <a:buNone/>
            </a:pPr>
            <a:r>
              <a:rPr lang="en-GB" b="1" dirty="0"/>
              <a:t>Need for data-driven retention strategy</a:t>
            </a:r>
          </a:p>
          <a:p>
            <a:pPr marL="0" lvl="1" indent="0">
              <a:buNone/>
            </a:pPr>
            <a:r>
              <a:rPr lang="en-GB" dirty="0"/>
              <a:t>The strategy used by many banks is to try and retain customers when they become dissatisfaction becomes very visible. However, a data-driven retention strategy allows the bank to identify high-risk customers before they exit. By utilizing predictive analytics, machine learning and customer segmentation, Veritas Bank can proactively intervene with personalized offers, improved service engagement, and targeted incentives.</a:t>
            </a:r>
          </a:p>
        </p:txBody>
      </p:sp>
      <p:sp>
        <p:nvSpPr>
          <p:cNvPr id="5" name="Footer Placeholder 4">
            <a:extLst>
              <a:ext uri="{FF2B5EF4-FFF2-40B4-BE49-F238E27FC236}">
                <a16:creationId xmlns:a16="http://schemas.microsoft.com/office/drawing/2014/main" id="{B3DF786F-EDF8-8192-1EB6-4EF99A4EB823}"/>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19EFF5AE-7FD8-07EF-1256-3A8493722FDC}"/>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13BFBF4D-87AC-A57F-2AC2-E4F877F60A23}"/>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5</a:t>
            </a:fld>
            <a:endParaRPr lang="en-US"/>
          </a:p>
        </p:txBody>
      </p:sp>
    </p:spTree>
    <p:extLst>
      <p:ext uri="{BB962C8B-B14F-4D97-AF65-F5344CB8AC3E}">
        <p14:creationId xmlns:p14="http://schemas.microsoft.com/office/powerpoint/2010/main" val="15180148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ream and light blue themed concepts symbolising trust, professionalism, and financial services branding">
            <a:extLst>
              <a:ext uri="{FF2B5EF4-FFF2-40B4-BE49-F238E27FC236}">
                <a16:creationId xmlns:a16="http://schemas.microsoft.com/office/drawing/2014/main" id="{E1A422CC-C403-4A96-85C6-ACB1B7858565}"/>
              </a:ext>
            </a:extLst>
          </p:cNvPr>
          <p:cNvPicPr>
            <a:picLocks noGrp="1" noChangeAspect="1"/>
          </p:cNvPicPr>
          <p:nvPr>
            <p:ph type="pic" sz="quarter" idx="13"/>
          </p:nvPr>
        </p:nvPicPr>
        <p:blipFill>
          <a:blip r:embed="rId3"/>
          <a:stretch/>
        </p:blipFill>
        <p:spPr>
          <a:xfrm>
            <a:off x="0" y="950214"/>
            <a:ext cx="5486400" cy="3662172"/>
          </a:xfrm>
        </p:spPr>
      </p:pic>
      <p:sp>
        <p:nvSpPr>
          <p:cNvPr id="2" name="Title 1">
            <a:extLst>
              <a:ext uri="{FF2B5EF4-FFF2-40B4-BE49-F238E27FC236}">
                <a16:creationId xmlns:a16="http://schemas.microsoft.com/office/drawing/2014/main" id="{73122E22-7691-83FA-8793-6CAD0B5CCF99}"/>
              </a:ext>
            </a:extLst>
          </p:cNvPr>
          <p:cNvSpPr>
            <a:spLocks noGrp="1"/>
          </p:cNvSpPr>
          <p:nvPr>
            <p:ph type="title"/>
          </p:nvPr>
        </p:nvSpPr>
        <p:spPr>
          <a:xfrm>
            <a:off x="0" y="0"/>
            <a:ext cx="5486400" cy="857250"/>
          </a:xfrm>
        </p:spPr>
        <p:txBody>
          <a:bodyPr anchor="b">
            <a:normAutofit/>
          </a:bodyPr>
          <a:lstStyle/>
          <a:p>
            <a:r>
              <a:rPr lang="en-GB" dirty="0"/>
              <a:t>Data &amp; </a:t>
            </a:r>
            <a:r>
              <a:rPr lang="en-GB" dirty="0" err="1"/>
              <a:t>methodoly</a:t>
            </a:r>
            <a:endParaRPr lang="en-GB" dirty="0"/>
          </a:p>
        </p:txBody>
      </p:sp>
      <p:sp>
        <p:nvSpPr>
          <p:cNvPr id="4" name="Content Placeholder 3">
            <a:extLst>
              <a:ext uri="{FF2B5EF4-FFF2-40B4-BE49-F238E27FC236}">
                <a16:creationId xmlns:a16="http://schemas.microsoft.com/office/drawing/2014/main" id="{3AF01960-C473-CACE-A71C-59FB24F11E8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7881" y="857250"/>
            <a:ext cx="6003594" cy="4210050"/>
          </a:xfrm>
        </p:spPr>
        <p:txBody>
          <a:bodyPr>
            <a:normAutofit/>
          </a:bodyPr>
          <a:lstStyle/>
          <a:p>
            <a:pPr marL="0" indent="0">
              <a:spcBef>
                <a:spcPts val="2500"/>
              </a:spcBef>
              <a:buFont typeface="Arial" panose="020B0604020202020204" pitchFamily="34" charset="0"/>
              <a:buNone/>
            </a:pPr>
            <a:r>
              <a:rPr lang="en-GB" b="1" dirty="0"/>
              <a:t>Customer Demographics: </a:t>
            </a:r>
            <a:r>
              <a:rPr lang="en-GB" dirty="0"/>
              <a:t>Age, gender, and geographic location to understand segment-level </a:t>
            </a:r>
            <a:r>
              <a:rPr lang="en-GB" dirty="0" err="1"/>
              <a:t>behavior</a:t>
            </a:r>
            <a:r>
              <a:rPr lang="en-GB" dirty="0"/>
              <a:t>.</a:t>
            </a:r>
          </a:p>
          <a:p>
            <a:pPr marL="0" lvl="1" indent="0">
              <a:buNone/>
            </a:pPr>
            <a:r>
              <a:rPr lang="en-GB" b="1" dirty="0"/>
              <a:t>Account Balance: </a:t>
            </a:r>
            <a:r>
              <a:rPr lang="en-GB" dirty="0"/>
              <a:t>Customer balance levels to assess financial value and commitment to the bank.</a:t>
            </a:r>
          </a:p>
          <a:p>
            <a:pPr marL="0" lvl="1" indent="0">
              <a:buNone/>
            </a:pPr>
            <a:r>
              <a:rPr lang="en-GB" b="1" dirty="0"/>
              <a:t>Tenure: </a:t>
            </a:r>
            <a:r>
              <a:rPr lang="en-GB" dirty="0"/>
              <a:t>Length of time with the bank to evaluate loyalty and lifecycle stage.</a:t>
            </a:r>
          </a:p>
          <a:p>
            <a:pPr marL="0" lvl="0" indent="0">
              <a:buNone/>
            </a:pPr>
            <a:r>
              <a:rPr lang="en-GB" b="1" dirty="0"/>
              <a:t>Product usage</a:t>
            </a:r>
            <a:r>
              <a:rPr lang="en-GB" dirty="0"/>
              <a:t>: Depth of product usage (e.g., credit cards and other services) to measure relationship strength.</a:t>
            </a:r>
          </a:p>
          <a:p>
            <a:pPr marL="0" lvl="0" indent="0">
              <a:buNone/>
            </a:pPr>
            <a:r>
              <a:rPr lang="en-GB" b="1" dirty="0"/>
              <a:t>Credit score: </a:t>
            </a:r>
            <a:r>
              <a:rPr lang="en-GB" dirty="0"/>
              <a:t>Credit score categories to understand financial stability and risk exposure.</a:t>
            </a:r>
          </a:p>
          <a:p>
            <a:pPr marL="0" indent="0">
              <a:buNone/>
            </a:pPr>
            <a:r>
              <a:rPr lang="en-GB" b="1" dirty="0"/>
              <a:t>Churn status (Exited / Retained): </a:t>
            </a:r>
            <a:r>
              <a:rPr lang="en-GB" dirty="0"/>
              <a:t>Final outcome used to compare retained customers against those who left.</a:t>
            </a:r>
          </a:p>
          <a:p>
            <a:pPr marL="0" lvl="0" indent="0">
              <a:buNone/>
            </a:pPr>
            <a:endParaRPr lang="en-GB" dirty="0"/>
          </a:p>
          <a:p>
            <a:pPr marL="0" lvl="1" indent="0">
              <a:buFont typeface="Arial" panose="020B0604020202020204" pitchFamily="34" charset="0"/>
              <a:buNone/>
            </a:pPr>
            <a:endParaRPr lang="en-GB" dirty="0"/>
          </a:p>
        </p:txBody>
      </p:sp>
      <p:sp>
        <p:nvSpPr>
          <p:cNvPr id="5" name="Footer Placeholder 4">
            <a:extLst>
              <a:ext uri="{FF2B5EF4-FFF2-40B4-BE49-F238E27FC236}">
                <a16:creationId xmlns:a16="http://schemas.microsoft.com/office/drawing/2014/main" id="{493D8EA2-B0DF-6A4C-1BC8-EA24AECEED4D}"/>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0FDC85BC-5215-E5F5-E33D-B80DFEE18A1E}"/>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29FF0659-4F5A-9D85-0B8D-C4495E8EB932}"/>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6</a:t>
            </a:fld>
            <a:endParaRPr lang="en-US"/>
          </a:p>
        </p:txBody>
      </p:sp>
    </p:spTree>
    <p:extLst>
      <p:ext uri="{BB962C8B-B14F-4D97-AF65-F5344CB8AC3E}">
        <p14:creationId xmlns:p14="http://schemas.microsoft.com/office/powerpoint/2010/main" val="4157831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BDA910-A413-EF32-08CC-32B76A6933A3}"/>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CE3FA25D-68DD-FEAE-0525-B1B68668BA1D}"/>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77A81C76-834E-3F27-2170-4AF4F6EAC01D}"/>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7</a:t>
            </a:fld>
            <a:endParaRPr lang="en-US"/>
          </a:p>
        </p:txBody>
      </p:sp>
      <p:pic>
        <p:nvPicPr>
          <p:cNvPr id="3" name="Picture 2" descr="A screenshot of a computer&#10;&#10;AI-generated content may be incorrect.">
            <a:extLst>
              <a:ext uri="{FF2B5EF4-FFF2-40B4-BE49-F238E27FC236}">
                <a16:creationId xmlns:a16="http://schemas.microsoft.com/office/drawing/2014/main" id="{E477C3CD-2CB9-E5B7-3958-8CB1FA24D6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1298"/>
            <a:ext cx="12191241" cy="6615815"/>
          </a:xfrm>
          <a:prstGeom prst="rect">
            <a:avLst/>
          </a:prstGeom>
        </p:spPr>
      </p:pic>
    </p:spTree>
    <p:extLst>
      <p:ext uri="{BB962C8B-B14F-4D97-AF65-F5344CB8AC3E}">
        <p14:creationId xmlns:p14="http://schemas.microsoft.com/office/powerpoint/2010/main" val="313529967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ED6D8-5C91-CF64-E607-128108D57E30}"/>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D437714C-2A61-553E-5375-1B9240163787}"/>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BBBE995B-F9B9-AF01-4876-EABF607A21DA}"/>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C195476C-95B5-F704-E927-D4911C15FD18}"/>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8</a:t>
            </a:fld>
            <a:endParaRPr lang="en-US"/>
          </a:p>
        </p:txBody>
      </p:sp>
      <p:pic>
        <p:nvPicPr>
          <p:cNvPr id="4" name="Picture 3" descr="A screenshot of a computer screen&#10;&#10;AI-generated content may be incorrect.">
            <a:extLst>
              <a:ext uri="{FF2B5EF4-FFF2-40B4-BE49-F238E27FC236}">
                <a16:creationId xmlns:a16="http://schemas.microsoft.com/office/drawing/2014/main" id="{4CDF78A5-32AB-7B26-DD67-2FFF746531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267"/>
            <a:ext cx="12192000" cy="6837466"/>
          </a:xfrm>
          <a:prstGeom prst="rect">
            <a:avLst/>
          </a:prstGeom>
        </p:spPr>
      </p:pic>
    </p:spTree>
    <p:extLst>
      <p:ext uri="{BB962C8B-B14F-4D97-AF65-F5344CB8AC3E}">
        <p14:creationId xmlns:p14="http://schemas.microsoft.com/office/powerpoint/2010/main" val="405437274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A32C4-9CC5-0FDF-6A98-43886A071FFF}"/>
              </a:ext>
            </a:extLst>
          </p:cNvPr>
          <p:cNvSpPr>
            <a:spLocks noGrp="1"/>
          </p:cNvSpPr>
          <p:nvPr>
            <p:ph type="title"/>
          </p:nvPr>
        </p:nvSpPr>
        <p:spPr>
          <a:xfrm>
            <a:off x="5591174" y="1"/>
            <a:ext cx="6071631" cy="666750"/>
          </a:xfrm>
        </p:spPr>
        <p:txBody>
          <a:bodyPr anchor="b">
            <a:normAutofit/>
          </a:bodyPr>
          <a:lstStyle/>
          <a:p>
            <a:r>
              <a:rPr lang="en-GB" dirty="0"/>
              <a:t>Key insight-age &amp; churn</a:t>
            </a:r>
          </a:p>
        </p:txBody>
      </p:sp>
      <p:sp>
        <p:nvSpPr>
          <p:cNvPr id="4" name="Content Placeholder 3">
            <a:extLst>
              <a:ext uri="{FF2B5EF4-FFF2-40B4-BE49-F238E27FC236}">
                <a16:creationId xmlns:a16="http://schemas.microsoft.com/office/drawing/2014/main" id="{52A7AF61-5649-9868-4761-6D8E731146E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86400" y="1400175"/>
            <a:ext cx="6524624" cy="4297981"/>
          </a:xfrm>
        </p:spPr>
        <p:txBody>
          <a:bodyPr>
            <a:normAutofit/>
          </a:bodyPr>
          <a:lstStyle/>
          <a:p>
            <a:pPr marL="342900" lvl="1" indent="-342900"/>
            <a:r>
              <a:rPr lang="en-GB" sz="2000" dirty="0"/>
              <a:t>Male constitute 56.6% of the gender makeup with women and young girls taking up 43.4%. This shows that gender makeup is slightly skewed to the male gender.</a:t>
            </a:r>
          </a:p>
          <a:p>
            <a:pPr marL="342900" lvl="1" indent="-342900"/>
            <a:r>
              <a:rPr lang="en-GB" sz="2000" dirty="0"/>
              <a:t>However, Middle-aged customers show relatively higher churn levels.</a:t>
            </a:r>
          </a:p>
          <a:p>
            <a:pPr marL="342900" lvl="1" indent="-342900"/>
            <a:r>
              <a:rPr lang="en-GB" sz="2000" dirty="0"/>
              <a:t>Younger customers demonstrate stronger retention stability. This is shown from the dashboard as young adults customers make up more than 50% of the demographic setup.  </a:t>
            </a:r>
          </a:p>
          <a:p>
            <a:pPr marL="342900" lvl="1" indent="-342900"/>
            <a:r>
              <a:rPr lang="en-GB" sz="2000" dirty="0"/>
              <a:t>Age-related financial needs may influence switching behaviour.</a:t>
            </a:r>
          </a:p>
          <a:p>
            <a:pPr marL="0" lvl="1" indent="0">
              <a:buNone/>
            </a:pPr>
            <a:endParaRPr lang="en-GB" sz="2000" dirty="0"/>
          </a:p>
          <a:p>
            <a:pPr marL="0" lvl="1" indent="0">
              <a:buFont typeface="Arial" panose="020B0604020202020204" pitchFamily="34" charset="0"/>
              <a:buNone/>
            </a:pPr>
            <a:endParaRPr lang="en-GB" dirty="0"/>
          </a:p>
          <a:p>
            <a:pPr marL="0" lvl="1" indent="0">
              <a:buFont typeface="Arial" panose="020B0604020202020204" pitchFamily="34" charset="0"/>
              <a:buNone/>
            </a:pPr>
            <a:endParaRPr lang="en-GB" dirty="0"/>
          </a:p>
          <a:p>
            <a:pPr marL="0" lvl="1" indent="0">
              <a:buFont typeface="Arial" panose="020B0604020202020204" pitchFamily="34" charset="0"/>
              <a:buNone/>
            </a:pPr>
            <a:endParaRPr lang="en-GB" dirty="0"/>
          </a:p>
        </p:txBody>
      </p:sp>
      <p:sp>
        <p:nvSpPr>
          <p:cNvPr id="5" name="Footer Placeholder 4">
            <a:extLst>
              <a:ext uri="{FF2B5EF4-FFF2-40B4-BE49-F238E27FC236}">
                <a16:creationId xmlns:a16="http://schemas.microsoft.com/office/drawing/2014/main" id="{DAB6013A-7B30-C95C-93C8-D4518E4B1F13}"/>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4FD8DA2B-4341-0055-4A65-EDEF09DDB89F}"/>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1F1A950C-E4DE-B6AD-0ED7-1CFD0AFBE2F8}"/>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9</a:t>
            </a:fld>
            <a:endParaRPr lang="en-US"/>
          </a:p>
        </p:txBody>
      </p:sp>
      <p:pic>
        <p:nvPicPr>
          <p:cNvPr id="11" name="Picture 10" descr="A screenshot of a computer screen&#10;&#10;AI-generated content may be incorrect.">
            <a:extLst>
              <a:ext uri="{FF2B5EF4-FFF2-40B4-BE49-F238E27FC236}">
                <a16:creationId xmlns:a16="http://schemas.microsoft.com/office/drawing/2014/main" id="{AC3C2BB5-1AE5-146F-0C03-A45B028FBC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67373"/>
            <a:ext cx="5511266" cy="5938787"/>
          </a:xfrm>
          <a:prstGeom prst="rect">
            <a:avLst/>
          </a:prstGeom>
        </p:spPr>
      </p:pic>
    </p:spTree>
    <p:extLst>
      <p:ext uri="{BB962C8B-B14F-4D97-AF65-F5344CB8AC3E}">
        <p14:creationId xmlns:p14="http://schemas.microsoft.com/office/powerpoint/2010/main" val="338877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53BE-CE50-10F0-F3EA-72AE57435C02}"/>
              </a:ext>
            </a:extLst>
          </p:cNvPr>
          <p:cNvSpPr>
            <a:spLocks noGrp="1"/>
          </p:cNvSpPr>
          <p:nvPr>
            <p:ph type="title"/>
          </p:nvPr>
        </p:nvSpPr>
        <p:spPr>
          <a:xfrm>
            <a:off x="5667385" y="0"/>
            <a:ext cx="5791190" cy="971550"/>
          </a:xfrm>
        </p:spPr>
        <p:txBody>
          <a:bodyPr anchor="b">
            <a:normAutofit/>
          </a:bodyPr>
          <a:lstStyle/>
          <a:p>
            <a:r>
              <a:rPr lang="en-GB" dirty="0"/>
              <a:t>Insight: Balance &amp; churn </a:t>
            </a:r>
          </a:p>
        </p:txBody>
      </p:sp>
      <p:sp>
        <p:nvSpPr>
          <p:cNvPr id="4" name="Content Placeholder 3">
            <a:extLst>
              <a:ext uri="{FF2B5EF4-FFF2-40B4-BE49-F238E27FC236}">
                <a16:creationId xmlns:a16="http://schemas.microsoft.com/office/drawing/2014/main" id="{A9DA3E57-CF3D-54BE-D558-4BD57CEBD01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7385" y="809624"/>
            <a:ext cx="6372215" cy="5220243"/>
          </a:xfrm>
        </p:spPr>
        <p:txBody>
          <a:bodyPr>
            <a:normAutofit/>
          </a:bodyPr>
          <a:lstStyle/>
          <a:p>
            <a:pPr marL="0" indent="0">
              <a:spcBef>
                <a:spcPts val="2500"/>
              </a:spcBef>
              <a:buFont typeface="Arial" panose="020B0604020202020204" pitchFamily="34" charset="0"/>
              <a:buNone/>
            </a:pPr>
            <a:r>
              <a:rPr lang="en-GB" sz="1600" b="1" dirty="0"/>
              <a:t>High-balance customers exhibit notable churn risk</a:t>
            </a:r>
          </a:p>
          <a:p>
            <a:r>
              <a:rPr lang="en-US" sz="1600" dirty="0"/>
              <a:t>A significant proportion of customers hold very low balances, while high-balance customers are limited.</a:t>
            </a:r>
          </a:p>
          <a:p>
            <a:r>
              <a:rPr lang="en-US" sz="1600" dirty="0"/>
              <a:t>The customer base is heavily weighted toward low-value accounts, indicating opportunity to grow balances and deepen financial relationships.</a:t>
            </a:r>
            <a:endParaRPr lang="en-GB" sz="1600" dirty="0"/>
          </a:p>
          <a:p>
            <a:pPr marL="0" indent="0">
              <a:buNone/>
            </a:pPr>
            <a:r>
              <a:rPr lang="en-GB" sz="1600" b="1" dirty="0"/>
              <a:t>Financial value does not guarantee loyalty</a:t>
            </a:r>
          </a:p>
          <a:p>
            <a:r>
              <a:rPr lang="en-GB" sz="1600" dirty="0"/>
              <a:t>Although high-balance customers contribute significant deposits, balance size alone does not ensure loyalty. </a:t>
            </a:r>
          </a:p>
          <a:p>
            <a:r>
              <a:rPr lang="en-GB" sz="1600" dirty="0"/>
              <a:t>Customers may hold large funds but still switch banks if they perceive better value elsewhere.</a:t>
            </a:r>
            <a:endParaRPr lang="en-GB" sz="1600" b="1" dirty="0"/>
          </a:p>
          <a:p>
            <a:pPr marL="0" lvl="0" indent="0">
              <a:buNone/>
            </a:pPr>
            <a:r>
              <a:rPr lang="en-GB" sz="1600" b="1" dirty="0"/>
              <a:t>Dissatisfaction may exist despite strong deposits</a:t>
            </a:r>
          </a:p>
          <a:p>
            <a:r>
              <a:rPr lang="en-GB" sz="1600" dirty="0"/>
              <a:t>Strong deposits may mask underlying dissatisfaction. </a:t>
            </a:r>
          </a:p>
          <a:p>
            <a:r>
              <a:rPr lang="en-GB" sz="1600" dirty="0"/>
              <a:t>If service quality or product offerings do not meet expectations, even high-value customers may choose to leave.</a:t>
            </a:r>
            <a:endParaRPr lang="en-GB" sz="1600" b="1" dirty="0"/>
          </a:p>
          <a:p>
            <a:pPr marL="0" lvl="1" indent="0">
              <a:buFont typeface="Arial" panose="020B0604020202020204" pitchFamily="34" charset="0"/>
              <a:buNone/>
            </a:pPr>
            <a:endParaRPr lang="en-GB" dirty="0"/>
          </a:p>
        </p:txBody>
      </p:sp>
      <p:sp>
        <p:nvSpPr>
          <p:cNvPr id="5" name="Footer Placeholder 4">
            <a:extLst>
              <a:ext uri="{FF2B5EF4-FFF2-40B4-BE49-F238E27FC236}">
                <a16:creationId xmlns:a16="http://schemas.microsoft.com/office/drawing/2014/main" id="{180F176B-01E7-BE2F-5E6D-263C4DF5D7FD}"/>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520AE5EC-ABF9-A158-E197-34CEEE08474E}"/>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3CCC5627-D4A9-44E6-FB3C-96CBA124EBA6}"/>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10</a:t>
            </a:fld>
            <a:endParaRPr lang="en-US"/>
          </a:p>
        </p:txBody>
      </p:sp>
      <p:pic>
        <p:nvPicPr>
          <p:cNvPr id="11" name="Picture 10" descr="A screenshot of a computer screen">
            <a:extLst>
              <a:ext uri="{FF2B5EF4-FFF2-40B4-BE49-F238E27FC236}">
                <a16:creationId xmlns:a16="http://schemas.microsoft.com/office/drawing/2014/main" id="{DC818D3F-40E2-28E7-4182-05660FCFED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690602" cy="6219825"/>
          </a:xfrm>
          <a:prstGeom prst="rect">
            <a:avLst/>
          </a:prstGeom>
        </p:spPr>
      </p:pic>
    </p:spTree>
    <p:extLst>
      <p:ext uri="{BB962C8B-B14F-4D97-AF65-F5344CB8AC3E}">
        <p14:creationId xmlns:p14="http://schemas.microsoft.com/office/powerpoint/2010/main" val="15340569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redit cards, cash-back offers, customer loyalty, rewards program, financial growth">
            <a:extLst>
              <a:ext uri="{FF2B5EF4-FFF2-40B4-BE49-F238E27FC236}">
                <a16:creationId xmlns:a16="http://schemas.microsoft.com/office/drawing/2014/main" id="{8EF94F72-D4F0-4D5D-9048-5E5F03053D46}"/>
              </a:ext>
            </a:extLst>
          </p:cNvPr>
          <p:cNvPicPr>
            <a:picLocks noGrp="1" noChangeAspect="1"/>
          </p:cNvPicPr>
          <p:nvPr>
            <p:ph type="pic" sz="quarter" idx="13"/>
          </p:nvPr>
        </p:nvPicPr>
        <p:blipFill>
          <a:blip r:embed="rId3"/>
          <a:stretch/>
        </p:blipFill>
        <p:spPr>
          <a:xfrm>
            <a:off x="0" y="950214"/>
            <a:ext cx="5486400" cy="3662172"/>
          </a:xfrm>
        </p:spPr>
      </p:pic>
      <p:sp>
        <p:nvSpPr>
          <p:cNvPr id="2" name="Title 1">
            <a:extLst>
              <a:ext uri="{FF2B5EF4-FFF2-40B4-BE49-F238E27FC236}">
                <a16:creationId xmlns:a16="http://schemas.microsoft.com/office/drawing/2014/main" id="{A08AD56D-C94B-A4DD-9C64-32E4514F97F6}"/>
              </a:ext>
            </a:extLst>
          </p:cNvPr>
          <p:cNvSpPr>
            <a:spLocks noGrp="1"/>
          </p:cNvSpPr>
          <p:nvPr>
            <p:ph type="title"/>
          </p:nvPr>
        </p:nvSpPr>
        <p:spPr>
          <a:xfrm>
            <a:off x="81743" y="34382"/>
            <a:ext cx="7433482" cy="857250"/>
          </a:xfrm>
        </p:spPr>
        <p:txBody>
          <a:bodyPr anchor="b">
            <a:normAutofit/>
          </a:bodyPr>
          <a:lstStyle/>
          <a:p>
            <a:r>
              <a:rPr lang="en-GB" dirty="0"/>
              <a:t>INSIGHT: TENURE &amp; Loyalty </a:t>
            </a:r>
          </a:p>
        </p:txBody>
      </p:sp>
      <p:sp>
        <p:nvSpPr>
          <p:cNvPr id="4" name="Content Placeholder 3">
            <a:extLst>
              <a:ext uri="{FF2B5EF4-FFF2-40B4-BE49-F238E27FC236}">
                <a16:creationId xmlns:a16="http://schemas.microsoft.com/office/drawing/2014/main" id="{66A143B4-2B9B-D90E-55CB-D1C3208CF18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2125" y="708508"/>
            <a:ext cx="6619875" cy="4892191"/>
          </a:xfrm>
        </p:spPr>
        <p:txBody>
          <a:bodyPr>
            <a:normAutofit/>
          </a:bodyPr>
          <a:lstStyle/>
          <a:p>
            <a:pPr marL="0" indent="0">
              <a:buNone/>
            </a:pPr>
            <a:r>
              <a:rPr lang="en-GB" sz="2400" b="1" dirty="0"/>
              <a:t>Tenure &amp; Loyalty</a:t>
            </a:r>
            <a:endParaRPr lang="en-GB" sz="2400" dirty="0"/>
          </a:p>
          <a:p>
            <a:r>
              <a:rPr lang="en-US" sz="1600" dirty="0"/>
              <a:t>A large proportion of customers are in the early stages of their relationship.</a:t>
            </a:r>
            <a:endParaRPr lang="en-GB" sz="1600" dirty="0"/>
          </a:p>
          <a:p>
            <a:pPr lvl="0"/>
            <a:r>
              <a:rPr lang="en-GB" sz="1600" dirty="0"/>
              <a:t>New customers are more vulnerable to early exit.</a:t>
            </a:r>
          </a:p>
          <a:p>
            <a:pPr lvl="0"/>
            <a:r>
              <a:rPr lang="en-GB" sz="1600" dirty="0"/>
              <a:t>Retention improves with longer relationship duration.</a:t>
            </a:r>
          </a:p>
          <a:p>
            <a:pPr lvl="0"/>
            <a:r>
              <a:rPr lang="en-GB" sz="1600" dirty="0"/>
              <a:t>Early engagement is critical.</a:t>
            </a:r>
          </a:p>
          <a:p>
            <a:r>
              <a:rPr lang="en-US" sz="1600" dirty="0"/>
              <a:t>Early-life customers represent a significant share of the base, increasing exposure to early churn. Strengthening onboarding and first-year engagement could materially reduce attrition.</a:t>
            </a:r>
            <a:endParaRPr lang="en-GB" sz="1600" dirty="0"/>
          </a:p>
          <a:p>
            <a:r>
              <a:rPr lang="en-GB" sz="1600" b="1" dirty="0"/>
              <a:t>Customers in the early stages of their relationship are more likely to churn, highlighting weaknesses in onboarding or early engagement. As tenure increases, stability improves, reinforcing the importance of strengthening the first-year experience.</a:t>
            </a:r>
          </a:p>
          <a:p>
            <a:pPr marL="0" lvl="1" indent="0">
              <a:buFont typeface="Arial" panose="020B0604020202020204" pitchFamily="34" charset="0"/>
              <a:buNone/>
            </a:pPr>
            <a:endParaRPr lang="en-GB" dirty="0"/>
          </a:p>
        </p:txBody>
      </p:sp>
      <p:sp>
        <p:nvSpPr>
          <p:cNvPr id="6" name="Date Placeholder 5">
            <a:extLst>
              <a:ext uri="{FF2B5EF4-FFF2-40B4-BE49-F238E27FC236}">
                <a16:creationId xmlns:a16="http://schemas.microsoft.com/office/drawing/2014/main" id="{F7A494ED-B953-EB99-089F-4A69EF86A531}"/>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FF3484EF-3B7D-9F09-882B-E765757414B9}"/>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11</a:t>
            </a:fld>
            <a:endParaRPr lang="en-US"/>
          </a:p>
        </p:txBody>
      </p:sp>
    </p:spTree>
    <p:extLst>
      <p:ext uri="{BB962C8B-B14F-4D97-AF65-F5344CB8AC3E}">
        <p14:creationId xmlns:p14="http://schemas.microsoft.com/office/powerpoint/2010/main" val="22963385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ustomer service interactions with chatbots, phone support, and agile product development process">
            <a:extLst>
              <a:ext uri="{FF2B5EF4-FFF2-40B4-BE49-F238E27FC236}">
                <a16:creationId xmlns:a16="http://schemas.microsoft.com/office/drawing/2014/main" id="{F3B85364-79AC-49F1-9B3E-54BC3C570E97}"/>
              </a:ext>
            </a:extLst>
          </p:cNvPr>
          <p:cNvPicPr>
            <a:picLocks noGrp="1" noChangeAspect="1"/>
          </p:cNvPicPr>
          <p:nvPr>
            <p:ph type="pic" sz="quarter" idx="13"/>
          </p:nvPr>
        </p:nvPicPr>
        <p:blipFill>
          <a:blip r:embed="rId3"/>
          <a:srcRect l="32019" r="2147" b="2"/>
          <a:stretch>
            <a:fillRect/>
          </a:stretch>
        </p:blipFill>
        <p:spPr>
          <a:xfrm>
            <a:off x="0" y="0"/>
            <a:ext cx="5401839" cy="5476875"/>
          </a:xfrm>
        </p:spPr>
      </p:pic>
      <p:sp>
        <p:nvSpPr>
          <p:cNvPr id="2" name="Title 1">
            <a:extLst>
              <a:ext uri="{FF2B5EF4-FFF2-40B4-BE49-F238E27FC236}">
                <a16:creationId xmlns:a16="http://schemas.microsoft.com/office/drawing/2014/main" id="{D8358E16-9678-BBDE-3A76-8C6485071398}"/>
              </a:ext>
            </a:extLst>
          </p:cNvPr>
          <p:cNvSpPr>
            <a:spLocks noGrp="1"/>
          </p:cNvSpPr>
          <p:nvPr>
            <p:ph type="title"/>
          </p:nvPr>
        </p:nvSpPr>
        <p:spPr>
          <a:xfrm>
            <a:off x="5638800" y="0"/>
            <a:ext cx="6381749" cy="828675"/>
          </a:xfrm>
        </p:spPr>
        <p:txBody>
          <a:bodyPr anchor="b">
            <a:normAutofit/>
          </a:bodyPr>
          <a:lstStyle/>
          <a:p>
            <a:r>
              <a:rPr lang="en-GB" dirty="0"/>
              <a:t>BUSINESS IMPACT </a:t>
            </a:r>
          </a:p>
        </p:txBody>
      </p:sp>
      <p:sp>
        <p:nvSpPr>
          <p:cNvPr id="4" name="Content Placeholder 3">
            <a:extLst>
              <a:ext uri="{FF2B5EF4-FFF2-40B4-BE49-F238E27FC236}">
                <a16:creationId xmlns:a16="http://schemas.microsoft.com/office/drawing/2014/main" id="{04F4A789-F07A-F9A9-7985-E56A7CBEDD8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8800" y="828675"/>
            <a:ext cx="5943600" cy="4117007"/>
          </a:xfrm>
        </p:spPr>
        <p:txBody>
          <a:bodyPr>
            <a:normAutofit/>
          </a:bodyPr>
          <a:lstStyle/>
          <a:p>
            <a:pPr lvl="0"/>
            <a:r>
              <a:rPr lang="en-GB" sz="1800" dirty="0"/>
              <a:t>Direct revenue and deposit loss</a:t>
            </a:r>
          </a:p>
          <a:p>
            <a:pPr lvl="0"/>
            <a:r>
              <a:rPr lang="en-GB" sz="1800" dirty="0"/>
              <a:t>Increased cost of acquiring replacements</a:t>
            </a:r>
          </a:p>
          <a:p>
            <a:pPr lvl="0"/>
            <a:r>
              <a:rPr lang="en-GB" sz="1800" dirty="0"/>
              <a:t>Lower long-term customer lifetime value</a:t>
            </a:r>
          </a:p>
          <a:p>
            <a:pPr lvl="0"/>
            <a:r>
              <a:rPr lang="en-GB" sz="1800" dirty="0"/>
              <a:t>Reduced cross-selling potential</a:t>
            </a:r>
          </a:p>
          <a:p>
            <a:r>
              <a:rPr lang="en-GB" sz="1800" b="1" dirty="0"/>
              <a:t>Churn impacts the bank financially in multiple ways — not just through immediate deposit loss, but through reduced lifetime value and higher marketing costs required to replace exited customers.</a:t>
            </a:r>
          </a:p>
          <a:p>
            <a:pPr marL="0" lvl="1" indent="0">
              <a:buFont typeface="Arial" panose="020B0604020202020204" pitchFamily="34" charset="0"/>
              <a:buNone/>
            </a:pPr>
            <a:endParaRPr lang="en-GB" dirty="0"/>
          </a:p>
        </p:txBody>
      </p:sp>
      <p:sp>
        <p:nvSpPr>
          <p:cNvPr id="6" name="Date Placeholder 5">
            <a:extLst>
              <a:ext uri="{FF2B5EF4-FFF2-40B4-BE49-F238E27FC236}">
                <a16:creationId xmlns:a16="http://schemas.microsoft.com/office/drawing/2014/main" id="{4BA63F4D-413D-CB79-165D-6FDB0DA7722D}"/>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4EB3EB7E-899E-FE5E-C72A-9E4EBB6642A6}"/>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12</a:t>
            </a:fld>
            <a:endParaRPr lang="en-US"/>
          </a:p>
        </p:txBody>
      </p:sp>
    </p:spTree>
    <p:extLst>
      <p:ext uri="{BB962C8B-B14F-4D97-AF65-F5344CB8AC3E}">
        <p14:creationId xmlns:p14="http://schemas.microsoft.com/office/powerpoint/2010/main" val="31798749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Professional bank building with transparent glass and ethical finance symbols representing trust and compliance">
            <a:extLst>
              <a:ext uri="{FF2B5EF4-FFF2-40B4-BE49-F238E27FC236}">
                <a16:creationId xmlns:a16="http://schemas.microsoft.com/office/drawing/2014/main" id="{57504B08-550D-443A-BB68-F29E92585FCF}"/>
              </a:ext>
            </a:extLst>
          </p:cNvPr>
          <p:cNvPicPr>
            <a:picLocks noGrp="1" noChangeAspect="1"/>
          </p:cNvPicPr>
          <p:nvPr>
            <p:ph type="pic" sz="quarter" idx="13"/>
          </p:nvPr>
        </p:nvPicPr>
        <p:blipFill>
          <a:blip r:embed="rId3"/>
          <a:stretch/>
        </p:blipFill>
        <p:spPr>
          <a:xfrm>
            <a:off x="0" y="171449"/>
            <a:ext cx="5486400" cy="5133975"/>
          </a:xfrm>
        </p:spPr>
      </p:pic>
      <p:sp>
        <p:nvSpPr>
          <p:cNvPr id="2" name="Title 1">
            <a:extLst>
              <a:ext uri="{FF2B5EF4-FFF2-40B4-BE49-F238E27FC236}">
                <a16:creationId xmlns:a16="http://schemas.microsoft.com/office/drawing/2014/main" id="{EDDD9BB8-9EBE-E34C-61CD-7D2C42B865C9}"/>
              </a:ext>
            </a:extLst>
          </p:cNvPr>
          <p:cNvSpPr>
            <a:spLocks noGrp="1"/>
          </p:cNvSpPr>
          <p:nvPr>
            <p:ph type="title"/>
          </p:nvPr>
        </p:nvSpPr>
        <p:spPr>
          <a:xfrm>
            <a:off x="5648325" y="71549"/>
            <a:ext cx="6176406" cy="878666"/>
          </a:xfrm>
        </p:spPr>
        <p:txBody>
          <a:bodyPr anchor="b">
            <a:normAutofit/>
          </a:bodyPr>
          <a:lstStyle/>
          <a:p>
            <a:r>
              <a:rPr lang="en-GB" dirty="0"/>
              <a:t>RECOMMENDATION</a:t>
            </a:r>
          </a:p>
        </p:txBody>
      </p:sp>
      <p:sp>
        <p:nvSpPr>
          <p:cNvPr id="4" name="Content Placeholder 3">
            <a:extLst>
              <a:ext uri="{FF2B5EF4-FFF2-40B4-BE49-F238E27FC236}">
                <a16:creationId xmlns:a16="http://schemas.microsoft.com/office/drawing/2014/main" id="{F1DC6A1B-F908-504F-509C-43CB71BD0EE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89751" y="950214"/>
            <a:ext cx="6176406" cy="4355209"/>
          </a:xfrm>
        </p:spPr>
        <p:txBody>
          <a:bodyPr>
            <a:normAutofit/>
          </a:bodyPr>
          <a:lstStyle/>
          <a:p>
            <a:pPr lvl="0"/>
            <a:r>
              <a:rPr lang="en-GB" sz="1800" dirty="0"/>
              <a:t>Introduce loyalty incentives for high-balance customers</a:t>
            </a:r>
          </a:p>
          <a:p>
            <a:pPr lvl="0"/>
            <a:r>
              <a:rPr lang="en-GB" sz="1800" dirty="0"/>
              <a:t>Strengthen onboarding and early-life engagement programs</a:t>
            </a:r>
          </a:p>
          <a:p>
            <a:pPr lvl="0"/>
            <a:r>
              <a:rPr lang="en-GB" sz="1800" dirty="0"/>
              <a:t>Deploy personalized product offers based on behaviour</a:t>
            </a:r>
          </a:p>
          <a:p>
            <a:pPr lvl="0"/>
            <a:r>
              <a:rPr lang="en-GB" sz="1800" dirty="0"/>
              <a:t>Implement predictive churn modelling for early intervention</a:t>
            </a:r>
          </a:p>
          <a:p>
            <a:r>
              <a:rPr lang="en-GB" sz="1800" b="1" dirty="0"/>
              <a:t>These recommendations focus on both prevention and strategic growth — protecting high-value segments while strengthening engagement among vulnerable customers.</a:t>
            </a:r>
          </a:p>
        </p:txBody>
      </p:sp>
      <p:sp>
        <p:nvSpPr>
          <p:cNvPr id="5" name="Footer Placeholder 4">
            <a:extLst>
              <a:ext uri="{FF2B5EF4-FFF2-40B4-BE49-F238E27FC236}">
                <a16:creationId xmlns:a16="http://schemas.microsoft.com/office/drawing/2014/main" id="{9F6E85BB-7A85-5084-D745-701E6967199F}"/>
              </a:ext>
            </a:extLst>
          </p:cNvPr>
          <p:cNvSpPr>
            <a:spLocks noGrp="1"/>
          </p:cNvSpPr>
          <p:nvPr>
            <p:ph type="ftr" sz="quarter" idx="11"/>
          </p:nvPr>
        </p:nvSpPr>
        <p:spPr>
          <a:xfrm>
            <a:off x="605430" y="6029868"/>
            <a:ext cx="1911096" cy="36512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71433A10-B886-1B93-6EB0-0794D4AA8073}"/>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2/20/2026</a:t>
            </a:fld>
            <a:endParaRPr lang="en-US"/>
          </a:p>
        </p:txBody>
      </p:sp>
      <p:sp>
        <p:nvSpPr>
          <p:cNvPr id="7" name="Slide Number Placeholder 6">
            <a:extLst>
              <a:ext uri="{FF2B5EF4-FFF2-40B4-BE49-F238E27FC236}">
                <a16:creationId xmlns:a16="http://schemas.microsoft.com/office/drawing/2014/main" id="{A7F8416B-A64E-6D9F-189C-789235368D47}"/>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13</a:t>
            </a:fld>
            <a:endParaRPr lang="en-US"/>
          </a:p>
        </p:txBody>
      </p:sp>
    </p:spTree>
    <p:extLst>
      <p:ext uri="{BB962C8B-B14F-4D97-AF65-F5344CB8AC3E}">
        <p14:creationId xmlns:p14="http://schemas.microsoft.com/office/powerpoint/2010/main" val="3780413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5CCA-8669-0B4B-6416-892D6D25E00F}"/>
              </a:ext>
            </a:extLst>
          </p:cNvPr>
          <p:cNvSpPr>
            <a:spLocks noGrp="1"/>
          </p:cNvSpPr>
          <p:nvPr>
            <p:ph type="title"/>
          </p:nvPr>
        </p:nvSpPr>
        <p:spPr>
          <a:xfrm>
            <a:off x="190500" y="182881"/>
            <a:ext cx="8572490" cy="1102994"/>
          </a:xfrm>
        </p:spPr>
        <p:txBody>
          <a:bodyPr anchor="t">
            <a:normAutofit/>
          </a:bodyPr>
          <a:lstStyle/>
          <a:p>
            <a:pPr>
              <a:lnSpc>
                <a:spcPct val="90000"/>
              </a:lnSpc>
            </a:pPr>
            <a:r>
              <a:rPr lang="en-GB" sz="3800" dirty="0"/>
              <a:t>Conclusion</a:t>
            </a:r>
          </a:p>
        </p:txBody>
      </p:sp>
      <p:graphicFrame>
        <p:nvGraphicFramePr>
          <p:cNvPr id="10" name="Content Placeholder 2">
            <a:extLst>
              <a:ext uri="{FF2B5EF4-FFF2-40B4-BE49-F238E27FC236}">
                <a16:creationId xmlns:a16="http://schemas.microsoft.com/office/drawing/2014/main" id="{117B8B57-4E0A-9C11-C249-649FEF451C94}"/>
              </a:ext>
            </a:extLst>
          </p:cNvPr>
          <p:cNvGraphicFramePr>
            <a:graphicFrameLocks noGrp="1"/>
          </p:cNvGraphicFramePr>
          <p:nvPr>
            <p:ph idx="1"/>
            <p:extLst>
              <p:ext uri="{D42A27DB-BD31-4B8C-83A1-F6EECF244321}">
                <p14:modId xmlns:p14="http://schemas.microsoft.com/office/powerpoint/2010/main" val="64770451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2595846" y="3544866"/>
          <a:ext cx="8990722" cy="24467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Date Placeholder 4">
            <a:extLst>
              <a:ext uri="{FF2B5EF4-FFF2-40B4-BE49-F238E27FC236}">
                <a16:creationId xmlns:a16="http://schemas.microsoft.com/office/drawing/2014/main" id="{FC9131FD-7B7E-3797-3166-9A6FA7E81D9B}"/>
              </a:ext>
            </a:extLst>
          </p:cNvPr>
          <p:cNvSpPr>
            <a:spLocks noGrp="1"/>
          </p:cNvSpPr>
          <p:nvPr>
            <p:ph type="dt" sz="half" idx="10"/>
          </p:nvPr>
        </p:nvSpPr>
        <p:spPr>
          <a:xfrm>
            <a:off x="2595846" y="6024816"/>
            <a:ext cx="1809495" cy="365125"/>
          </a:xfrm>
        </p:spPr>
        <p:txBody>
          <a:bodyPr anchor="ctr">
            <a:normAutofit/>
          </a:bodyPr>
          <a:lstStyle/>
          <a:p>
            <a:pPr>
              <a:spcAft>
                <a:spcPts val="600"/>
              </a:spcAft>
            </a:pPr>
            <a:fld id="{D849E410-BE9E-427B-BCB5-604E33C4348E}" type="datetime1">
              <a:rPr lang="en-US" smtClean="0"/>
              <a:pPr>
                <a:spcAft>
                  <a:spcPts val="600"/>
                </a:spcAft>
              </a:pPr>
              <a:t>2/20/2026</a:t>
            </a:fld>
            <a:endParaRPr lang="en-US"/>
          </a:p>
        </p:txBody>
      </p:sp>
      <p:sp>
        <p:nvSpPr>
          <p:cNvPr id="6" name="Slide Number Placeholder 5">
            <a:extLst>
              <a:ext uri="{FF2B5EF4-FFF2-40B4-BE49-F238E27FC236}">
                <a16:creationId xmlns:a16="http://schemas.microsoft.com/office/drawing/2014/main" id="{63A97A12-5CF7-D309-724F-1C65D4A73AFB}"/>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14</a:t>
            </a:fld>
            <a:endParaRPr lang="en-US"/>
          </a:p>
        </p:txBody>
      </p:sp>
    </p:spTree>
    <p:extLst>
      <p:ext uri="{BB962C8B-B14F-4D97-AF65-F5344CB8AC3E}">
        <p14:creationId xmlns:p14="http://schemas.microsoft.com/office/powerpoint/2010/main" val="629881177"/>
      </p:ext>
    </p:extLst>
  </p:cSld>
  <p:clrMapOvr>
    <a:masterClrMapping/>
  </p:clrMapOvr>
  <p:transition>
    <p:fade/>
  </p:transition>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Experience" id="{F3C6FDEA-AE41-472D-8E81-2DA7CC66D099}" vid="{5D82712B-855B-4627-96FB-F7C927B9DD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2025</Words>
  <Application>Microsoft Office PowerPoint</Application>
  <PresentationFormat>Widescreen</PresentationFormat>
  <Paragraphs>140</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Oswald SemiBold</vt:lpstr>
      <vt:lpstr>Univers Condensed Light</vt:lpstr>
      <vt:lpstr>Orange experience</vt:lpstr>
      <vt:lpstr>Veritas Bank Executive REPORT: ANALYZING  CUSTOMER CHURN &amp; RETENTION PATTERN-A NEED TO ACT FAST</vt:lpstr>
      <vt:lpstr>TITLE SLIDES</vt:lpstr>
      <vt:lpstr>Introduction </vt:lpstr>
      <vt:lpstr>PowerPoint Presentation</vt:lpstr>
      <vt:lpstr>Business problem </vt:lpstr>
      <vt:lpstr>Data &amp; methodoly</vt:lpstr>
      <vt:lpstr>PowerPoint Presentation</vt:lpstr>
      <vt:lpstr>PowerPoint Presentation</vt:lpstr>
      <vt:lpstr>Key insight-age &amp; churn</vt:lpstr>
      <vt:lpstr>Insight: Balance &amp; churn </vt:lpstr>
      <vt:lpstr>INSIGHT: TENURE &amp; Loyalty </vt:lpstr>
      <vt:lpstr>BUSINESS IMPACT </vt:lpstr>
      <vt:lpstr>RECOMMENDATION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okojie echiejile</dc:creator>
  <cp:lastModifiedBy>okojie echiejile</cp:lastModifiedBy>
  <cp:revision>1</cp:revision>
  <dcterms:created xsi:type="dcterms:W3CDTF">2026-02-19T20:05:57Z</dcterms:created>
  <dcterms:modified xsi:type="dcterms:W3CDTF">2026-02-20T19:44:28Z</dcterms:modified>
</cp:coreProperties>
</file>